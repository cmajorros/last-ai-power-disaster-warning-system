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62181a687433a" /><Relationship Type="http://schemas.openxmlformats.org/officeDocument/2006/relationships/extended-properties" Target="/docProps/app.xml" Id="Ra044e675b81a4389" /><Relationship Type="http://schemas.openxmlformats.org/officeDocument/2006/relationships/officeDocument" Target="/ppt/presentation.xml" Id="R462351c5da4d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c19c4eaa140d9"/>
  </p:sldMasterIdLst>
  <p:notesMasterIdLst>
    <p:notesMasterId xmlns:r="http://schemas.openxmlformats.org/officeDocument/2006/relationships" r:id="R7e6583cee6a645d7"/>
  </p:notesMasterIdLst>
  <p:sldIdLst>
    <p:sldId xmlns:r="http://schemas.openxmlformats.org/officeDocument/2006/relationships" id="256" r:id="Rfcd29a3f60fe4cb9"/>
    <p:sldId xmlns:r="http://schemas.openxmlformats.org/officeDocument/2006/relationships" id="257" r:id="R6a435f7eeadd40a1"/>
    <p:sldId xmlns:r="http://schemas.openxmlformats.org/officeDocument/2006/relationships" id="258" r:id="R194925c1396c4ce8"/>
    <p:sldId xmlns:r="http://schemas.openxmlformats.org/officeDocument/2006/relationships" id="259" r:id="Rbc825564fe874998"/>
    <p:sldId xmlns:r="http://schemas.openxmlformats.org/officeDocument/2006/relationships" id="260" r:id="R3edbb9caa5b64ca3"/>
    <p:sldId xmlns:r="http://schemas.openxmlformats.org/officeDocument/2006/relationships" id="261" r:id="Rfd6a726e626442b5"/>
    <p:sldId xmlns:r="http://schemas.openxmlformats.org/officeDocument/2006/relationships" id="262" r:id="Ra265b4a607684180"/>
    <p:sldId xmlns:r="http://schemas.openxmlformats.org/officeDocument/2006/relationships" id="263" r:id="Raa0075d52c4c4af3"/>
    <p:sldId xmlns:r="http://schemas.openxmlformats.org/officeDocument/2006/relationships" id="264" r:id="R369d6a0d8a2a455f"/>
    <p:sldId xmlns:r="http://schemas.openxmlformats.org/officeDocument/2006/relationships" id="265" r:id="Rf9ac6884bf544e5f"/>
    <p:sldId xmlns:r="http://schemas.openxmlformats.org/officeDocument/2006/relationships" id="266" r:id="Ra975bf84ae3c421d"/>
    <p:sldId xmlns:r="http://schemas.openxmlformats.org/officeDocument/2006/relationships" id="267" r:id="Rd65604b3c17842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85c94fc9bf46c6" /><Relationship Type="http://schemas.openxmlformats.org/officeDocument/2006/relationships/slideMaster" Target="/ppt/slideMasters/slideMaster1.xml" Id="R2bdc19c4eaa140d9" /><Relationship Type="http://schemas.openxmlformats.org/officeDocument/2006/relationships/notesMaster" Target="/ppt/notesMasters/notesMaster1.xml" Id="R7e6583cee6a645d7" /><Relationship Type="http://schemas.openxmlformats.org/officeDocument/2006/relationships/presProps" Target="/ppt/presProps.xml" Id="Rce491548f6874baf" /><Relationship Type="http://schemas.openxmlformats.org/officeDocument/2006/relationships/tableStyles" Target="/ppt/tableStyles.xml" Id="R99d231c875984c5b" /><Relationship Type="http://schemas.openxmlformats.org/officeDocument/2006/relationships/slide" Target="/ppt/slides/slide1.xml" Id="Rfcd29a3f60fe4cb9" /><Relationship Type="http://schemas.openxmlformats.org/officeDocument/2006/relationships/slide" Target="/ppt/slides/slide2.xml" Id="R6a435f7eeadd40a1" /><Relationship Type="http://schemas.openxmlformats.org/officeDocument/2006/relationships/slide" Target="/ppt/slides/slide3.xml" Id="R194925c1396c4ce8" /><Relationship Type="http://schemas.openxmlformats.org/officeDocument/2006/relationships/slide" Target="/ppt/slides/slide4.xml" Id="Rbc825564fe874998" /><Relationship Type="http://schemas.openxmlformats.org/officeDocument/2006/relationships/slide" Target="/ppt/slides/slide5.xml" Id="R3edbb9caa5b64ca3" /><Relationship Type="http://schemas.openxmlformats.org/officeDocument/2006/relationships/slide" Target="/ppt/slides/slide6.xml" Id="Rfd6a726e626442b5" /><Relationship Type="http://schemas.openxmlformats.org/officeDocument/2006/relationships/slide" Target="/ppt/slides/slide7.xml" Id="Ra265b4a607684180" /><Relationship Type="http://schemas.openxmlformats.org/officeDocument/2006/relationships/slide" Target="/ppt/slides/slide8.xml" Id="Raa0075d52c4c4af3" /><Relationship Type="http://schemas.openxmlformats.org/officeDocument/2006/relationships/slide" Target="/ppt/slides/slide9.xml" Id="R369d6a0d8a2a455f" /><Relationship Type="http://schemas.openxmlformats.org/officeDocument/2006/relationships/slide" Target="/ppt/slides/slide10.xml" Id="Rf9ac6884bf544e5f" /><Relationship Type="http://schemas.openxmlformats.org/officeDocument/2006/relationships/slide" Target="/ppt/slides/slide11.xml" Id="Ra975bf84ae3c421d" /><Relationship Type="http://schemas.openxmlformats.org/officeDocument/2006/relationships/slide" Target="/ppt/slides/slide12.xml" Id="Rd65604b3c17842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3b2ec22b61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c71af2cf046c2" /><Relationship Type="http://schemas.openxmlformats.org/officeDocument/2006/relationships/notesMaster" Target="/ppt/notesMasters/notesMaster1.xml" Id="R16d90de5001c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b082536dd94b3e" /><Relationship Type="http://schemas.openxmlformats.org/officeDocument/2006/relationships/notesMaster" Target="/ppt/notesMasters/notesMaster1.xml" Id="Rce73fa7f119746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24e51135c54fb0" /><Relationship Type="http://schemas.openxmlformats.org/officeDocument/2006/relationships/notesMaster" Target="/ppt/notesMasters/notesMaster1.xml" Id="R6c69c3a56b11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db5c68c6643b8" /><Relationship Type="http://schemas.openxmlformats.org/officeDocument/2006/relationships/notesMaster" Target="/ppt/notesMasters/notesMaster1.xml" Id="Rccc73848178445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63b431f534d61" /><Relationship Type="http://schemas.openxmlformats.org/officeDocument/2006/relationships/notesMaster" Target="/ppt/notesMasters/notesMaster1.xml" Id="Ra02297d1510e46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3799b1c50a4a42" /><Relationship Type="http://schemas.openxmlformats.org/officeDocument/2006/relationships/notesMaster" Target="/ppt/notesMasters/notesMaster1.xml" Id="R06c453620b404b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5329745eb4d87" /><Relationship Type="http://schemas.openxmlformats.org/officeDocument/2006/relationships/notesMaster" Target="/ppt/notesMasters/notesMaster1.xml" Id="Rc88472e8f722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211a480cde4f2d" /><Relationship Type="http://schemas.openxmlformats.org/officeDocument/2006/relationships/notesMaster" Target="/ppt/notesMasters/notesMaster1.xml" Id="R27fa06c944d64d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f975e1bc5c4d31" /><Relationship Type="http://schemas.openxmlformats.org/officeDocument/2006/relationships/notesMaster" Target="/ppt/notesMasters/notesMaster1.xml" Id="Rb006c79e8d6b4f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37e681ec7049be" /><Relationship Type="http://schemas.openxmlformats.org/officeDocument/2006/relationships/notesMaster" Target="/ppt/notesMasters/notesMaster1.xml" Id="Ra4b81e2b9dc74d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6001995aae4bd9" /><Relationship Type="http://schemas.openxmlformats.org/officeDocument/2006/relationships/notesMaster" Target="/ppt/notesMasters/notesMaster1.xml" Id="R6b2477eeecaf4a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f5810ff98a4119" /><Relationship Type="http://schemas.openxmlformats.org/officeDocument/2006/relationships/notesMaster" Target="/ppt/notesMasters/notesMaster1.xml" Id="Refa3f727170a40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0692f7c5d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1e735ff57f44b6" /><Relationship Type="http://schemas.openxmlformats.org/officeDocument/2006/relationships/slideLayout" Target="/ppt/slideLayouts/slideLayout1.xml" Id="R3690449f55c5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0449f55c5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695872d604527" /><Relationship Type="http://schemas.openxmlformats.org/officeDocument/2006/relationships/notesSlide" Target="/ppt/notesSlides/notesSlide1.xml" Id="R186d40caf820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f3db3ff8f4872" /><Relationship Type="http://schemas.openxmlformats.org/officeDocument/2006/relationships/notesSlide" Target="/ppt/notesSlides/notesSlide2.xml" Id="R7ba40a48dd31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5b63dfba74932" /><Relationship Type="http://schemas.openxmlformats.org/officeDocument/2006/relationships/notesSlide" Target="/ppt/notesSlides/notesSlide3.xml" Id="Reccb2c50b1b0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3203f114c468d" /><Relationship Type="http://schemas.openxmlformats.org/officeDocument/2006/relationships/notesSlide" Target="/ppt/notesSlides/notesSlide4.xml" Id="Rbcca0eda6ea146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10b2992d84e35" /><Relationship Type="http://schemas.openxmlformats.org/officeDocument/2006/relationships/notesSlide" Target="/ppt/notesSlides/notesSlide5.xml" Id="R860986a6564143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b517a38e54013" /><Relationship Type="http://schemas.openxmlformats.org/officeDocument/2006/relationships/notesSlide" Target="/ppt/notesSlides/notesSlide6.xml" Id="R5ba8555f5d83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4332e1d0c4927" /><Relationship Type="http://schemas.openxmlformats.org/officeDocument/2006/relationships/notesSlide" Target="/ppt/notesSlides/notesSlide7.xml" Id="R3205312a817349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cfa7069bb468b" /><Relationship Type="http://schemas.openxmlformats.org/officeDocument/2006/relationships/notesSlide" Target="/ppt/notesSlides/notesSlide8.xml" Id="Rca8b5447196543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41fc7c0eb4857" /><Relationship Type="http://schemas.openxmlformats.org/officeDocument/2006/relationships/notesSlide" Target="/ppt/notesSlides/notesSlide9.xml" Id="Rf9252def7c4b46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2cd85ac204b1f" /><Relationship Type="http://schemas.openxmlformats.org/officeDocument/2006/relationships/notesSlide" Target="/ppt/notesSlides/notesSlide10.xml" Id="R5fdf0551a8bc45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0d933ea364c9b" /><Relationship Type="http://schemas.openxmlformats.org/officeDocument/2006/relationships/notesSlide" Target="/ppt/notesSlides/notesSlide11.xml" Id="R4176390fd7ed46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f724f2dee4634" /><Relationship Type="http://schemas.openxmlformats.org/officeDocument/2006/relationships/notesSlide" Target="/ppt/notesSlides/notesSlide12.xml" Id="Rb4cfbc18627842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2BB59-5E6B-40DC-B571-B3CB64E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AD480-7C72-43FC-AAAB-55CF83A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A5FE6-A061-4812-8659-6C03172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3125A-E0DF-496E-8ABA-547894F1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79488-F249-4FB5-99F2-D0E128A5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CDEC6-2599-44E6-804B-C7F16EB0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When the map turns red, alerts must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DC8BF-4CD4-4E0F-A264-D8225AF9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AI-powered disaster alert and last-mile communication platform for Laos.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B744F-BFE5-4E92-A561-CFD9F49B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6D388-4C19-4071-A850-065B5F4E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46C3C-3A0C-4874-8330-63587E3A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85800"/>
            <a:ext cx="3790950" cy="41910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082F3D"/>
          </a:solidFill>
          <a:ln xmlns:a="http://schemas.openxmlformats.org/drawingml/2006/main" w="9525">
            <a:solidFill>
              <a:srgbClr val="164E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933BE-2D06-4EB5-8BD7-9B811FA8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971550"/>
            <a:ext cx="2457450" cy="3619500"/>
          </a:xfrm>
          <a:custGeom xmlns:a="http://schemas.openxmlformats.org/drawingml/2006/main">
            <a:pathLst>
              <a:path w="2457450" h="3619500">
                <a:moveTo>
                  <a:pt x="1809750" y="76200"/>
                </a:moveTo>
                <a:lnTo>
                  <a:pt x="2381250" y="552450"/>
                </a:lnTo>
                <a:lnTo>
                  <a:pt x="2095500" y="1219200"/>
                </a:lnTo>
                <a:lnTo>
                  <a:pt x="2667000" y="2000250"/>
                </a:lnTo>
                <a:lnTo>
                  <a:pt x="2209800" y="2857500"/>
                </a:lnTo>
                <a:lnTo>
                  <a:pt x="1666875" y="3257550"/>
                </a:lnTo>
                <a:lnTo>
                  <a:pt x="1009650" y="2800350"/>
                </a:lnTo>
                <a:lnTo>
                  <a:pt x="1276350" y="2038350"/>
                </a:lnTo>
                <a:lnTo>
                  <a:pt x="838200" y="1466850"/>
                </a:lnTo>
                <a:lnTo>
                  <a:pt x="1123950" y="742950"/>
                </a:lnTo>
                <a:close/>
              </a:path>
            </a:pathLst>
          </a:cu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708DB-BF31-45A6-B4F8-FDFE76A8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2076450" cy="-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7E8F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E596A-A4BD-4C52-B593-417BF9D5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47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6901B-BB43-48DA-87BC-F389F05E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28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Luang Prabang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05F83-9774-4316-B4C7-E8FC765E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A8C20-33DA-477A-B14E-107BC3A7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Thakhek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D31C9-543B-4224-9741-3BE12119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67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C01E4-7BDB-42A9-BF7C-F14F0DB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480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Pakse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30088-0ED2-4549-975D-6DEF116E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371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Hosted MVP map: self-contained Laos crisis layer</a:t>
            </a:r>
          </a:p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Production option: GIS + hydromet + NASA satellite overlays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5B02F-73AA-40C9-9FE4-71F5C84F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C8A4D-F8C5-41B6-93DB-A4BF9B5E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Forecast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1B268-0CF5-40D8-AB50-4686DF49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Water level, flood, hail, storm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C9ADF-5357-414E-809E-E5A0D22C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180" y="54864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3D9D6-44D2-4236-AC00-EE587A32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680" y="516255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DFF443-AD52-4779-89D5-F44F4D8D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531495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Officer declares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16B58-53CA-4FED-91A1-F61B0B3A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556260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Watch, crisis, or disaster from the 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43EF08-0EE8-4FD5-93C7-69B1523A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060" y="54864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932AF-6EF9-459F-8D3B-27EC62C2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516255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0E4B5-5C29-4DB2-9708-F60375ED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910" y="531495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drafts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74C0E-55EF-499E-A8EA-3571C77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910" y="556260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Email, WhatsApp, OCR, upload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715D-6845-481E-8AA3-AB7CA805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940" y="54864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8E8E0-BAEF-45B8-BF70-35183DD1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16255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949063-B7B1-4A6B-BB50-722862F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31495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approves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AB0901-6C0B-40AA-AA9A-B35BE73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56260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Reviewer edits audience and channels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892FBD-31CF-42AF-B40B-397AF52E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820" y="54864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6CC9D9-983E-4F49-9D3F-4546FDB6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320" y="5162550"/>
            <a:ext cx="19354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953907-B5C2-4372-810C-E02A8B2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5314950"/>
            <a:ext cx="16687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61DFFB-31CF-43A8-8B09-F41CBD90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670" y="5562600"/>
            <a:ext cx="16687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WhatsApp/SMS logs and volunteer ack</a:t>
            </a:r>
          </a:p>
        </p:txBody>
      </p:sp>
    </p:spTree>
    <p:extLst>
      <p:ext uri="{BB962C8B-B14F-4D97-AF65-F5344CB8AC3E}">
        <p14:creationId xmlns:p14="http://schemas.microsoft.com/office/powerpoint/2010/main" val="12898269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F8993-7AC4-4EBC-BF0E-661B8BD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2F82F-07E0-4718-B867-6369318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DE7EF-3B28-495A-B5DF-51BBD037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6A5B7-6989-4E7A-A184-9FE94C0F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D882F-30F9-46DC-97DA-9AD55E92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PROBLEM STATEMENTS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18A43-4318-43C8-BC22-527B10CE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Laos does not lack courage. It lacks a faster bridge from warning to household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0E2BD-9F56-4058-BDF2-F046F9C7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current gap is operational: scattered inputs, unclear audiences, and limited proof that the message reached the people who need it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D62B6-D4D5-4A39-AB42-C7729B73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7381C-1A88-470D-AF06-214A496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476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1322D-04D9-4A8C-8024-EE35D869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74563-626B-43FA-B47E-07C7B80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Signals arrive messy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9E377-0D1E-4094-B40C-C2FE7894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Forecast notes, photos, screenshots, emails, WhatsApp messages, and field reports are not born as clean alert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BABA0-0FBD-4852-AB7B-03408F9A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2476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28728-6B5A-4DE9-A84F-CA6DAE7A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6AC20-1DA1-4D9F-B424-7CF2591C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Approval takes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87EDA-38ED-4794-8F80-6AC7BBDC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Officers need a controlled workflow to draft, review, translate, approve, and publish without losing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CBA81-5D23-44AB-9B24-447E2A1E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476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A1448-577A-408E-A945-040B3423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F1FD8-C6D9-4FA4-AF75-B3BD4DB6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Vulnerable groups need priority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C3B06-A8DC-4222-9A87-56C82DD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Elders, children, hospital patients, and people with disabilities must be identified before roads and power fail.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4EA9FF-6E97-478C-BB7A-83E97E3F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2476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5D977-0F67-4A18-88E9-19F0E7E3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7E302-E95C-4FBE-B3A6-05981726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Resources are hard to locate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946C9-E77E-4F29-8C0B-50FFE5D4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2133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Rescue teams, clinics, schools, boats, pumps, factories, and warehouses are often known locally but not searchable fast enough.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1BF2D-89F8-4C80-8585-C3852EE1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warning that arrives late is not just information. It is a missed chance to move people, equipment, and trust.</a:t>
            </a:r>
          </a:p>
        </p:txBody>
      </p:sp>
    </p:spTree>
    <p:extLst>
      <p:ext uri="{BB962C8B-B14F-4D97-AF65-F5344CB8AC3E}">
        <p14:creationId xmlns:p14="http://schemas.microsoft.com/office/powerpoint/2010/main" val="263628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51690-109F-45C8-B1EB-FA3116FC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79CFB-C5C8-47AE-A481-E3E92EB5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7C772-6D85-4782-8B79-57F8DF7A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50C55-C45B-47A4-863E-58ABC1A2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0AA4D-7ADD-47C8-B39B-8ED92F8D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DFB09-B4CA-4C49-824A-06B53F8A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assistance with official human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73D14-3D1A-48E1-81E2-6046471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MVP turns incoming evidence into a reviewed alert, then logs every delivery attempt and field acknowledgment.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39980-B32E-4B01-8531-C2D95853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17756-CEA3-407F-97B1-EB10CA8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99644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02B2B-F031-4405-8813-DC8525DF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1. Ingest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618AA-8B3E-4866-8DAE-2C616530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Gmail, WhatsApp Business webhook, image, screenshot, Word, Excel, PDF,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14E0C-D391-4D4A-A967-9EE94BBD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2590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21265-0C57-4FE2-84BB-D7180F8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266950"/>
            <a:ext cx="199644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9F900-FEB6-4971-AAC9-4E924081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24193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2. Synthesize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D5E72-2C66-4056-8B82-B9BDBBA2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90" y="2667000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OpenAI reads context, extracts location, hazard, urgency,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3B4B5-D592-48EB-8DAB-6F0FC5DE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590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2DC6F-F4D6-406C-86F3-A578560A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2266950"/>
            <a:ext cx="199644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A5510F-838E-48B1-B203-868237E7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4193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3.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93B7E-0896-42C6-8302-C2ABF84A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667000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Officer edits wording, Lao/English, target audience,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254DC-7BC3-48A2-AD05-C65E887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2590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EFF35-51F1-4C9B-A3DE-62D06846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2266950"/>
            <a:ext cx="199644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DB194-CE62-40B6-81B0-2D820DB6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70" y="24193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4. Send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0A556-C78B-412B-98E1-7ABB85C9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970" y="2667000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WhatsApp, SMS, email, in-app subscriber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5CE5B-A2B4-4EC2-96AE-FA6B8E96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960" y="25908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BEDD9-5CE0-4590-8169-573DF89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2266950"/>
            <a:ext cx="199644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B41CB-2B26-4F09-8183-AC460A5B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24193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5. Confirm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53CE4-E9D9-4B93-8490-DA305D2F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2667000"/>
            <a:ext cx="172974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Logs, failures, volunteer acknowledgments, 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4B9AB-13E1-4BAA-BEF7-4C5FE526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D6AFAC-AD4E-4F75-9B87-D9BA5BA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in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99D9C-324B-43B2-A6D5-5C3245FB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No AI draft is published until a reviewer approves 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B2FE7-4219-4E5A-B2FF-3265601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BD69C-E966-4A36-8C3A-BE440B0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Local-first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BE3A3-AA82-4ED1-9F47-6F97BDBB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Laos provinces, districts, villages, contacts, businesses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E4F42-22D6-4A1C-A02E-17EB9EE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028C7-C10E-422A-A1F6-D4061664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Last-mile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6EF6B-FC84-4D70-AF64-A2A9C2E7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Delivery logs and volunteer field acknowledgments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521B70-9338-4FDB-872C-169F8A0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ED67A0-03BC-441C-A34E-BEA3BB29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481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Future-ready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2ED4E-CD37-4D76-84AF-2F4605BC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29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Hydromet, NASA/GIS layers, subscriber app, predictive AI</a:t>
            </a:r>
          </a:p>
        </p:txBody>
      </p:sp>
    </p:spTree>
    <p:extLst>
      <p:ext uri="{BB962C8B-B14F-4D97-AF65-F5344CB8AC3E}">
        <p14:creationId xmlns:p14="http://schemas.microsoft.com/office/powerpoint/2010/main" val="1154497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63CAB3-C1B8-4259-8AAB-7347E7B3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47CD4-01B4-4BEE-A300-652D3F67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B0754-C771-4DA7-A817-E9530BCE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EDBF-2CBD-4EF9-B626-53303CF9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312AA-37D2-451B-B0B0-390ECE6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CURRENT MVP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85BCB-6CF9-43AB-87BD-2D6A7593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decks now reflect the latest app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E08FE-F572-42A4-99DB-4686C61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These are the functions available for user testing in the current prototype and hosted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CF7EF-ABD4-4297-91C8-7500490A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E4CB0-66CC-4731-A491-4253389F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5CAF9-3EF9-41B7-877D-1063C001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85E19-947E-4E16-93C3-A8B6F19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76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BAE90-7A72-481B-B09C-829F066D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717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Clickable disaster-area markers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CB4D4-10A2-4FC9-97EB-71E2789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Meteorology officers click square markers on the dashboard and mark an area as watch, crisis, or disaster.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4C93F-0D19-4755-A00D-076A4692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DD15A-EA18-46BD-A7FC-95017885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425E7-0551-402C-B3EE-8A28ACE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76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972E6-0AAB-4EE6-B902-C119B9DE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717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Forecast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2BECF-7EE2-4E64-997C-5994B7FD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Water level, 24-hour change, flood probability, hail/storm risk, and estimated day flooding may begin.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1B063-99DA-4652-99A1-740A6CE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6A793-DC42-4C09-A3B6-EFC6B1C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FFFB2-B95F-4FEF-84D6-C1034B4C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76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D8358-579C-48E1-BC6F-910FE6C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Localized Laos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49E41-40E3-4F36-82E9-C45E1E5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765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Mock alerts, contacts, volunteers, districts, hospitals, schools, factories, markets, and rivers are Laos-centered.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F8E99-7E0A-4F36-8F72-8FB0C90C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A6A2A-DECA-4A4D-A190-DB0AEA28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0B7B1-C8F6-4981-8976-DD349DB9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14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D45E2-080C-4B1D-BFE1-07AD18EE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Map selection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47E62-D17D-45AA-8288-E2E3109E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148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Users select disaster areas and see vulnerable groups, businesses, factories, and response assets in the affected zone.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157F6-F2C1-4BBA-BD4C-5F6B88EB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D345CD-A8D7-4F2E-B62B-0F164477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10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8FE4F-15CF-43FF-968A-6BB683CC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14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71C71-3BB5-4592-BB70-5E662956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100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contact upload/search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C1058-996E-4148-AA4F-908EA20B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148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Users upload pictures, screenshots, Excel, Word, PDF, or text; AI classifies contacts and supports practical search.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A9ED6-2A1B-4B5E-B13E-CD1A2541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09DD4A-0849-4ECF-96F4-DE930F4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3B7B0D-2EF3-4FE4-8245-2F7C3844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14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3B2ACF-8508-4CDF-8577-55B53E6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Alert approval workflow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6E6F3F-71FF-4680-93A7-F6378C54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55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AI-assisted drafts are reviewed before sending; WhatsApp/SMS logs and volunteer acknowledgments remain traceable.</a:t>
            </a:r>
          </a:p>
        </p:txBody>
      </p:sp>
    </p:spTree>
    <p:extLst>
      <p:ext uri="{BB962C8B-B14F-4D97-AF65-F5344CB8AC3E}">
        <p14:creationId xmlns:p14="http://schemas.microsoft.com/office/powerpoint/2010/main" val="509054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0B8B9-8183-4BAC-8E51-CA65F06C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76C20-79CD-429B-A707-C1BDDE64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65551-2E03-4B1C-8AE3-4D565AEA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0F70C-B60A-44A8-ABBC-C15B668D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A7102-A455-4DBC-864A-848383D1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00011-30AA-43AB-A859-3209FCD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ten-minute walkthrough can show the whole response loop without a live gateway.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5AE73-9B71-4C7E-B3D6-401D93B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Use the screen recording or hosted demo to move through the product as different disaster-response users.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E56AF-24D6-44CC-B582-4ED0125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DD7E5-BB07-417D-83F8-9FA48628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A969B-C0A6-412A-B764-40318138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D5F70-9B0D-471F-ACE9-A5E67A5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953AF-F984-4AD8-9782-3ABA805C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14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Click a Thakhek square marker and set crisis/disaster announcement.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A57BD-39C2-441F-A3A1-717E535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B0A0D-09F7-4CDF-9A79-7A8EE903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135B1-A4C1-47A4-8180-D7E9CEB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76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Language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1D29E-7CFA-4581-B570-BA452C57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86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Switch English/Lao and show localized mock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FB1863-5233-44CA-8123-22A72E1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5220C-462A-4A60-B902-C4CDE160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DE109-88D6-4019-B8F3-86097E49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Intake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C1297-CB5B-4B73-8C4E-3D0FC39A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57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Upload test.txt or a screenshot and generate the alert draft.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DC80A8-264D-4F7D-9318-155E8B41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A8044-E549-42E7-8506-99585CEB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9B406-2EAB-4B28-AE18-ADA65F1D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B900A-26A0-458B-8AF7-A98D1DD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29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Edit target audience and approve before publish.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EC594-3B44-4B54-AD06-5657AD96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10C42-7C14-43EB-9F59-19D1CDD4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86157-983D-4D5F-A4D6-162D57B2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Human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8FCFA-2318-4132-8C68-06BB1A02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00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Select area and inspect elders, children, clinics, factories.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3E1F9-6892-449B-9E22-53E1695A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C85EB3-4C59-4C7E-8AAA-AD8E7507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6E8BA3-B262-4B87-9A9C-3B4643A2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Contacts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D5387-C7B6-43B2-8D14-64FBBE91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Search equipment support and AI-classified response contacts.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4C59D-0F6A-4AD9-95EA-4C3E00F6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00EE82-B09A-4369-837C-85A4C805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97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977CC9-8D48-4F26-85D2-B937A142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Volunteers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71B3D2-57EB-47CB-BB06-DB39DDAD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43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Show acknowledgment tracking and last-mile proof.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0518AC-D577-4E77-A611-363FB734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971550"/>
            <a:ext cx="2609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0B1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7E7F8F-18C5-4734-AA8B-0B3F7DA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43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 story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6D6EA1-34D3-419B-BE61-491FD440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811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Heavy rain pushes Mekong tributaries toward flood stage.</a:t>
            </a:r>
          </a:p>
        </p:txBody>
      </p:sp>
    </p:spTree>
    <p:extLst>
      <p:ext uri="{BB962C8B-B14F-4D97-AF65-F5344CB8AC3E}">
        <p14:creationId xmlns:p14="http://schemas.microsoft.com/office/powerpoint/2010/main" val="21266962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3000A5-AE43-4E5D-B069-6695A6B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D8A48-8B1B-46F9-AB5C-135977F8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1F857-2229-45CB-BD83-12FD2166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F46D1-F9CF-4F88-AE9A-06C7E655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9F68E-EFC3-4BFF-8FCA-2AA16DE8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DASHBOARD + FORECASTING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10E1F-F035-4C4F-A497-1C35B70A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officer does not wait for perfect certainty to prepare.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A25BE-F7B9-447E-B2A4-2D3D96E3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dashboard combines map status, forecast risk, and an explicit crisis/disaster announcement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B3326-65B8-4B92-A681-CEFD4DFE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FF21B-2AEA-4129-8CF7-BF78F41C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42862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82F3D"/>
          </a:solidFill>
          <a:ln xmlns:a="http://schemas.openxmlformats.org/drawingml/2006/main" w="9525">
            <a:solidFill>
              <a:srgbClr val="164E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D91D3-7DBE-4A02-B492-1301EAAA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2952750" cy="2724150"/>
          </a:xfrm>
          <a:custGeom xmlns:a="http://schemas.openxmlformats.org/drawingml/2006/main">
            <a:pathLst>
              <a:path w="2952750" h="2724150">
                <a:moveTo>
                  <a:pt x="1809750" y="76200"/>
                </a:moveTo>
                <a:lnTo>
                  <a:pt x="2381250" y="552450"/>
                </a:lnTo>
                <a:lnTo>
                  <a:pt x="2095500" y="1219200"/>
                </a:lnTo>
                <a:lnTo>
                  <a:pt x="2667000" y="2000250"/>
                </a:lnTo>
                <a:lnTo>
                  <a:pt x="2209800" y="2857500"/>
                </a:lnTo>
                <a:lnTo>
                  <a:pt x="1666875" y="3257550"/>
                </a:lnTo>
                <a:lnTo>
                  <a:pt x="1009650" y="2800350"/>
                </a:lnTo>
                <a:lnTo>
                  <a:pt x="1276350" y="2038350"/>
                </a:lnTo>
                <a:lnTo>
                  <a:pt x="838200" y="1466850"/>
                </a:lnTo>
                <a:lnTo>
                  <a:pt x="1123950" y="742950"/>
                </a:lnTo>
                <a:close/>
              </a:path>
            </a:pathLst>
          </a:cu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12AE2-992F-4A09-A8DF-9BBCDD5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10150"/>
            <a:ext cx="2571750" cy="-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7E8F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95F3D-BD7D-4B99-BE31-7C9CFB32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C0F25-F3DE-485A-BA14-A8199EA6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Luang Prabang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EB666-6EE7-450D-945D-DBB93F8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38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A13CE1-3EFC-423A-A4D0-BDEEF47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19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Thakhek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C2DD3-03A6-47B2-8FC0-3F0F1EE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6482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67480-6EC9-405E-A902-CDDF3B80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29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Pakse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3F595-94F1-473F-BF76-1BE0D145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Hosted MVP map: self-contained Laos crisis layer</a:t>
            </a:r>
          </a:p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Production option: GIS + hydromet + NASA satellite overlays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6F0D1-E0A0-41AB-8054-5D2DF4DE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2762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91E83-7C3F-4926-9398-8034DAE6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95838-9179-4512-A3D3-7292B9DE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Thakhek, Khammouane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E5792-5119-40E5-A31C-979188DA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62200"/>
            <a:ext cx="2419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Water level: 7.8 m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Change: +0.6 m in 24h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Flood probability: 78%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Estimated flooding: Day 2 if heavy rain continues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3E894-605B-4060-BECD-B25D34C4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7622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C80870-F80F-4788-A39F-DFD01F25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ED513-72C9-4F00-8168-A9E5BD5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383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Nam Khan, Luang Prabang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91955-5F20-47D5-91F9-6E140B30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4193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Flood probability: 54%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River rising but still below crisis level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Recommended status: watch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D397A-CBBA-49C5-9542-0FF52F5E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2762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D6654-8AC5-455D-86FA-C62E5A72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671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2D504F-143D-4AF5-8B0D-D7B398C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Bolaven Plateau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275C30-B057-494E-B484-9AFDBEF8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624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Storm/hail probability: 18%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Monitor road access and power lines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Recommended status: watch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6BD5B-7011-46E2-8BA6-328BE3D0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2762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253D6-68CB-44BE-A993-1BC86F1C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64F26-10F3-477C-975B-0C0A89E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Announcement 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F40D3-E3C9-4197-B537-42BEC07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Click a square disaster marker, set crisis or disaster now, then push a reviewed announcement into the alert workflow.</a:t>
            </a:r>
          </a:p>
        </p:txBody>
      </p:sp>
    </p:spTree>
    <p:extLst>
      <p:ext uri="{BB962C8B-B14F-4D97-AF65-F5344CB8AC3E}">
        <p14:creationId xmlns:p14="http://schemas.microsoft.com/office/powerpoint/2010/main" val="160696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7FB3A-FB75-4B54-A28E-F169B50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BA06B-B386-4396-B541-BAFD2ABA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43E4C-AF62-489C-AE5E-2DB596FB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FD4F5-CF82-43C9-B49C-EC05A292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C0A58-3B1D-4AE4-8732-BAEB12AE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AI INTAKE +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CF258-6186-4DD5-934D-72B19401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drafts the first version. People keep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E232E-339E-4A37-B4C7-8711B255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Incoming information can be read from Gmail, WhatsApp Business webhooks, uploaded documents, images, screenshots, and OCR.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FB503-36C0-4A96-8FB0-94328424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83576-05B2-48BD-BEF5-3EA11E1C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02D96-4262-4FA3-A832-8000CE88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7449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F4DBA-A357-4B09-8613-AAF33F16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Gmail, WhatsApp, upload, OCR, test.txt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0FC8F-D8D9-4B2F-AA23-11BE793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59A36-A7CF-478B-BB0E-AD64C2EB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574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5BF48-02D5-4607-BC74-DC12BA39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209800"/>
            <a:ext cx="17449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OpenAI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67B9A-95BC-46E6-9EE9-5091791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0" y="24574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Extract hazard, place, time, evidence, 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21689-B43E-480A-BFF4-1E5FDAEC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86167-CA30-4908-919B-A3E5070F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0574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D9E4B-BE84-4D98-9BD1-6E7DB41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209800"/>
            <a:ext cx="17449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Draft alert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8E21C-2667-4C12-97CD-E80E218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4574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Lao/English, audience, severity,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45279-CB3B-432C-9C1A-B2A85D5C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74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CC174-156B-4F16-9469-AFA5F49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0574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D3872-2045-4A45-B6EF-F6B5B300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209800"/>
            <a:ext cx="17449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Reviewer edit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8AEBB-407A-449B-B3DA-7C7470E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590" y="24574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Change wording, routing, timing, priority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510E8-3197-47EB-A595-5D719721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820" y="238125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0018C-B80E-4951-A3F1-58AF9784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057400"/>
            <a:ext cx="201168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30AA3-C241-451D-8C26-EC2987A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209800"/>
            <a:ext cx="17449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Approved send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834993-490A-42D7-BC8E-D78D563A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4574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WhatsApp/SMS with logs and 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B6D6E-A09D-49EA-A746-4FB56F0A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1F6E4E-BB0A-4C3A-BF36-3A68C141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BE186-F2FB-4936-B78E-8774EB71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Reviewer can override routing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F4D08-5A1F-410D-B607-662298A0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133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AI may recommend all channels, but the reviewer can narrow the audience, add businesses/factories, prioritize vulnerable groups, or delay publishing.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4FB245-B74A-4988-943E-5CAE15AC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4476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39C78-4F19-4FC7-87A8-6E33577D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290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C2917-FC71-4426-BA24-358E9050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Evidence stays attached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64EF53-8157-4CE6-96D7-277BB0D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4133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draft keeps source notes and confidence signals so a reviewer can see why the alert was proposed before sending.</a:t>
            </a:r>
          </a:p>
        </p:txBody>
      </p:sp>
    </p:spTree>
    <p:extLst>
      <p:ext uri="{BB962C8B-B14F-4D97-AF65-F5344CB8AC3E}">
        <p14:creationId xmlns:p14="http://schemas.microsoft.com/office/powerpoint/2010/main" val="118085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148F0-6FC8-42B7-A2A0-D80208AD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7739D-5866-4DA8-9CE1-9141A58E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B4CEF-3E77-48CE-B852-9D2E665A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DB11A-2F8B-4625-B2DD-E8520DF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3CE71-6AFC-49AC-9A99-E21B46B7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HUMAN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DAB00-6FF8-41D5-8575-BD3D3A2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platform turns a disaster area into a human priority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EBF54-7D3C-4C03-8B0D-B1A51B06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Users select an affected zone and see who, what, and which local operations may need first attention.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0C5E0-DD99-474E-B8FF-A3F08F1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74F40-84B1-43FD-AC32-C7F3D6E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92B2F"/>
          </a:solidFill>
          <a:ln xmlns:a="http://schemas.openxmlformats.org/drawingml/2006/main" w="9525">
            <a:solidFill>
              <a:srgbClr val="164E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D50D6-05DF-472D-8D77-6B7E9C79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619250" y="2476500"/>
            <a:ext cx="2571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32D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53046-D3AA-4469-A9C8-BA78E0FD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DBEFD-DD72-4168-A1EA-31447356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Selected disaster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3E752-7EBA-4769-8488-636ABE0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813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D0E87-2D0A-43BC-811C-AF4A86D1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62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Clinic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BF566-0A0A-4AC5-AD50-C62843B8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00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E58BC-C2E6-44AF-ACDF-4ADED873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Rice mill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5BF5B-26D1-43F1-8F50-3389499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722AF-0AEE-4C0A-973F-82301E52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81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School shelter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1A708-1521-4E30-8CCC-290D3976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898EB-1778-44E1-8BC2-5876FEC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B3692-AC7A-4426-BA42-360E3C67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People to mobilize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F7614-7EB4-4F59-8FBA-3CAEFC2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038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Elders living alone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Children near schools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Hospital patients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People with disabilities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Households outside loudspeaker range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520A58-9837-43B2-B643-ED679889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9D104-5AE2-4ED4-9EC1-7FD83C7B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669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DCFE9-3131-4F5E-BC2D-32D45266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Businesses and factories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FB6C3-37C5-47F6-8D8F-3E695AC3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2038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Rice mill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Garment workshop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Cold storage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Market vendors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Ferry landing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Warehouse and fuel depot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93B510-10A9-44E1-96C8-93BCC47E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029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10FFD-EBEE-4FF5-AA0D-9D6ACD5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92F1A8-5329-4B15-A35B-D5188EA1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482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Response assets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50ACDF-BD7C-4DDD-A043-C685A645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Rescue boats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Pumps and generators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Clinic transport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Volunteer loudspeakers</a:t>
            </a:r>
          </a:p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School shelter capacity</a:t>
            </a:r>
          </a:p>
        </p:txBody>
      </p:sp>
    </p:spTree>
    <p:extLst>
      <p:ext uri="{BB962C8B-B14F-4D97-AF65-F5344CB8AC3E}">
        <p14:creationId xmlns:p14="http://schemas.microsoft.com/office/powerpoint/2010/main" val="1466253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82BBAE-3915-460A-9EF2-FC8ED136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47AD4-9236-4C50-BC76-FB08B07C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021D7-F7DB-4272-8425-B278CA4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5603C-8F54-4FB4-9560-EDC46EFE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E845C-FD69-47ED-9DFC-504E52D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CONTACTS + RESPONSE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F56B6-DAEC-4D48-A86B-981D5D11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handwritten phone list should not stay trapped in a photo.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DEE0C-8AAB-4F4C-9879-361BCB4C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Contacts section is designed for upload, AI classification, and friendly operational search.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0EAE9-FECB-497B-919D-24D63ED6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8DC78-EC71-4F82-9826-631BEBE7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381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53786-4ECF-4E67-B270-5BC4EEF2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DB149-852C-4EDC-A8B4-E1DF5D91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761AD-DB38-4386-8792-CD4F29BF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03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Picture, screenshot, Excel, Word, PDF, text, or handwritten contact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11C20-59C0-4FE4-85B2-F15DD5F4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2381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DD77C-F8B6-4512-8E7D-B419C715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764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4B808-DCEF-4ACD-9AE6-C59F4AA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479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classify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C77F0-E3AB-4C74-A805-CA69046E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203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Volunteer, rescue team, hospital, school, village office, business, factory, equipment owner.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DA383-CE51-4A45-9277-2628112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2381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23CAB-7155-49E3-A97F-DBDB21E2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7F560-50CB-484B-A288-D479DE61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960EB-61CA-4B9B-BBEB-2333C6CA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203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Structured contact info with area, role, language, equipment, availability, and notes.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38AEE-32D3-4FF5-BF78-E525BD3B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23812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70AD-5102-47A4-9B8A-8868262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87A14-29C7-47DB-8C41-E6E60F7A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E28A1-1D41-4E05-935A-501D9B6D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2038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Ask: where can we borrow pumps, boats, generators, or vehicles near this district?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01D86-09E3-42C2-8E42-0A884774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19600"/>
            <a:ext cx="88011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3D0A6-1273-47D4-9CD8-213D35F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482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Example chatbot search: 'Ban Phonsavang lacks pumps. Who can lend equipment from a nearby district tonight?'</a:t>
            </a:r>
          </a:p>
        </p:txBody>
      </p:sp>
    </p:spTree>
    <p:extLst>
      <p:ext uri="{BB962C8B-B14F-4D97-AF65-F5344CB8AC3E}">
        <p14:creationId xmlns:p14="http://schemas.microsoft.com/office/powerpoint/2010/main" val="16820365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6C863-FDF2-4FD5-8928-4AAB5F5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FF7E4-424B-458B-ADEB-B6D27F7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E3B80-CEE2-4AC1-8949-68F712A5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714DC-2887-44E1-944C-AC9C4428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CA9C4-2EB3-49B0-9D41-75E8F89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LAST-MILE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3B664-F3D9-497B-9713-FBA3E6F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 sent alert is not the finish line. Confirmation 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EE81-3550-467A-B13B-A9A979C1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MVP logs notifications and tracks volunteer acknowledgments so response teams can see where the warning actually landed.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68F48-6DC7-40DC-A32B-2625D120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B4A12-DB2B-491B-82FB-F7B6517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994CE-C1BD-4035-A4BE-22D962A2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WhatsApp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5226E-0EAB-4EB1-BD23-7C304978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Provider-ready notification log with status, recipient, and message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DAD23-1664-467A-A248-4E37DBA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ACBE4-4AAC-4347-90EC-95DD3497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68FA1-DC19-489E-ACC6-6EB5F94A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Fallback channel for households and responders without smartphone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40C97-DB59-4F0D-90D2-C318C4A7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CDCE1-AB2D-4CFE-BDE6-A22E293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8E44A-6336-4E58-B7E9-2F3BC62A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Operational distribution to agencies, district offices, and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DA642-C72F-4BBF-AE17-FDD074B2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3336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533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63BC6-F9B6-4AB8-A759-630082E8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028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In-app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F012F-D482-4E0E-BE2B-B9C5BED7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E2E8F0"/>
                </a:solidFill>
                <a:latin typeface="Aptos"/>
                <a:ea typeface="Aptos"/>
                <a:cs typeface="Aptos"/>
              </a:rPr>
              <a:t>Future subscriber route for self-prepared communities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70969-0C9E-4E40-8E3A-5D3E920E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4533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E9BC0-E0FD-4471-852E-2C06454A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15A5C-7C92-4CAC-BF8D-2048F06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38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Volunteer acknowledgment tracking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35C335-4BD0-4DD3-8D3A-F28E10FF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Volunteers can confirm loudspeaker broadcast, door-to-door visits, shelter readiness, evacuation support, and unresolved gaps.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52AB02-FB4F-4840-97CA-E4AB7CE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4533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456EDE-A324-40A5-8816-052F0BF0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671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33B078-9BB1-4352-AEEE-A924172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38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Reports for accountability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0ECC9-7B80-45AF-BDCA-A7E6DC4E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Reports summarize who was alerted, which channels succeeded or failed, and where follow-up is still needed.</a:t>
            </a:r>
          </a:p>
        </p:txBody>
      </p:sp>
    </p:spTree>
    <p:extLst>
      <p:ext uri="{BB962C8B-B14F-4D97-AF65-F5344CB8AC3E}">
        <p14:creationId xmlns:p14="http://schemas.microsoft.com/office/powerpoint/2010/main" val="421576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13600-B184-4F2A-BA0E-F8A220D4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A80F2-4C6E-438D-A09E-F45B6B7F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005B5-183E-4312-9BE2-EFD6139A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CADFB-235D-4F55-8EB0-BAB0B097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65122-7EBF-46FC-AA1D-7591CD31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LIMITATIONS + SAFEGUARDS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5A440-79EE-4FAA-A020-0F324FEE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demo is useful because it is honest about what is still simulated.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2924-1878-4309-9E7E-7BA6C8D7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Production deployment needs official credentials, data sharing agreements, security hardening, and operational governance.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40000-BE29-493A-A1B7-5B644141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BC85A-8B24-45B5-A038-53E0B779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590DA-5CB6-462C-8D66-70847CE6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3A639-C66D-4AB8-AD95-97C5C31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Simulated send in hosted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DAF3A-9098-4073-820F-64B90DDE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28479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prototype logs WhatsApp/SMS behavior. Real sending requires provider accounts, templates, callbacks, consent, and rate-limit handling.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88F29-7B2B-4F6D-9B62-83DBB512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7D49F-6DD5-4C1B-B7A4-3CB5277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1EE7A-DEA7-4153-B32C-FC179F4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Forecast quality depends on feeds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03E58-D2EB-4524-BFEB-648034B6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8479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Water-level prediction needs trusted hydromet sensors, rain forecasts, historical flood observations, and model monitoring.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777D4-2F4A-4F12-947A-DF2768BD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1908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968AC-F031-4E99-BA3E-9ABB3F1D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8D0EF-0D44-4E86-A3C2-550BE863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must be reviewed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E356D-D294-4533-A04C-9FFA2AF8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95550"/>
            <a:ext cx="28479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OpenAI drafts help with speed, but a human reviewer must validate Lao wording, locations, severity, and audience routing.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6547C-7633-40B3-AE77-28F430C9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689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6B88E-76D1-4A32-9400-5D03284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529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D023C-378F-4804-B174-BFC3CA49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24350"/>
            <a:ext cx="655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Production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082AA-CC98-4808-9EC3-E795E0B0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48200"/>
            <a:ext cx="655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E2E8F0"/>
                </a:solidFill>
                <a:latin typeface="Aptos"/>
                <a:ea typeface="Aptos"/>
                <a:cs typeface="Aptos"/>
              </a:rPr>
              <a:t>SSO, role-based access, audit logs, encryption, data retention, backup, privacy review, and incident response are required before live use.</a:t>
            </a:r>
          </a:p>
        </p:txBody>
      </p:sp>
    </p:spTree>
    <p:extLst>
      <p:ext uri="{BB962C8B-B14F-4D97-AF65-F5344CB8AC3E}">
        <p14:creationId xmlns:p14="http://schemas.microsoft.com/office/powerpoint/2010/main" val="903060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AD822-00D9-4BEC-B21B-092A51AE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128F5-D4FB-498E-A9EA-0386890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75921-E1F1-4BA7-B4F4-DB77337B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3B9C4-D6FD-4E79-B0DB-FD524400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2997C-403F-4C0C-9DE4-AAEC282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FUTURE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1894B-C4F5-4CCF-988F-75535972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From alert management to anticipatory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FA07E-19AF-41BE-8ECC-580B5F80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E2E8F0"/>
                </a:solidFill>
                <a:latin typeface="Aptos"/>
                <a:ea typeface="Aptos"/>
                <a:cs typeface="Aptos"/>
              </a:rPr>
              <a:t>The next releases turn the MVP into a stronger national early-warning and response coordination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A0F0D-8272-4AD4-86C6-4EFA5D88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Last AI Power Disaster Warning System for Laos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388FF-5C51-4456-B1DB-33EC59DC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3D0CC-D2B8-4280-9020-601C3186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CE880-88E2-4E71-B6EF-08EB543C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62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93158-FD9F-4E97-AD3E-26549AA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57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Subscriber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D85D9-6C4A-4CBD-B3AA-EF9DAB63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622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Residents opt in by area and receive WhatsApp/SMS/in-app alerts before official announcements reach every channel.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43A49-CEE1-4925-8E0C-6342B4AE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859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4760E-861F-46BD-BF0E-F8671547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BEA9A-8B14-45C4-AC0F-CBF5543A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62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B809D-5D6E-49F1-A49C-DE2B4AC4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57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Live gateways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9CE9A3-A526-47D0-A290-5349820B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Gmail integration, WhatsApp Business API, SMS provider, email routing, callbacks, and delivery reconciliation.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DE509-457A-4971-8C19-CAF08B6B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DBB0D-5491-4093-A9FC-E15FB0E7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8714A-5B52-4AC8-A7C8-EE5C6236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62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717B9-1CAA-4FC4-BA82-73197F6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574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Predictive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FAB37-F55A-42E1-9BF0-4150B302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Forecast flood probability, water level, likely start day, storm/hail risk, and recommended readiness action.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31FBC-EBD6-4924-9D08-5F7B7CE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961370-AB37-4F14-842F-EB2AACD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23FE0B-1AC5-47C3-9727-96E04664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0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A557E3-2026-4D1E-97E1-ECE43A5E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95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contact recommendation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F865F7-5D1E-4A71-92BA-D2BDEC9F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005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Suggest contact persons, borrowed equipment, shelters, hospitals, and neighboring-region support based on the affected area.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2570A-009A-4395-9356-79CB5EAF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0E8025-7C31-46EC-BFC8-4BAC097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CBBCE-BD6F-409E-92A7-F713862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00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3C8D8-7E91-4084-BFCD-BA2AE22D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Satellite and GIS layers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1B6267-897A-446B-944E-C086B913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005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Add official GIS, hydromet stations, NASA satellite overlays, roads, bridges, and shelter capacity.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FFB2F-9E6D-4DDD-B518-9C7F52ED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B790C-5331-4E58-B1D5-99EF3380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3D7EBD-69D9-461F-90A2-B135697E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004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6C7658-A1C9-4654-9BB4-02A41A5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Offline volunteer app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B4E8CD-6F81-4075-A516-88805E65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362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E2E8F0"/>
                </a:solidFill>
                <a:latin typeface="Aptos"/>
                <a:ea typeface="Aptos"/>
                <a:cs typeface="Aptos"/>
              </a:rPr>
              <a:t>Volunteer tasks and acknowledgments for low-connectivity villages and last-mile mobilization.</a:t>
            </a:r>
          </a:p>
        </p:txBody>
      </p:sp>
    </p:spTree>
    <p:extLst>
      <p:ext uri="{BB962C8B-B14F-4D97-AF65-F5344CB8AC3E}">
        <p14:creationId xmlns:p14="http://schemas.microsoft.com/office/powerpoint/2010/main" val="15305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2026-06-17T07:37:59.7370000Z</dcterms:created>
  <dcterms:modified xsi:type="dcterms:W3CDTF">2026-06-17T07:37:59.7370000Z</dcterms:modified>
</coreProperties>
</file>