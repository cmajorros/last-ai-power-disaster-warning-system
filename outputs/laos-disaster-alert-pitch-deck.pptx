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79ed220f899489a" /><Relationship Type="http://schemas.openxmlformats.org/officeDocument/2006/relationships/extended-properties" Target="/docProps/app.xml" Id="R4da771aeafb44c35" /><Relationship Type="http://schemas.openxmlformats.org/officeDocument/2006/relationships/officeDocument" Target="/ppt/presentation.xml" Id="R2349b9d87233448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cfc83e0f2284c43"/>
  </p:sldMasterIdLst>
  <p:notesMasterIdLst>
    <p:notesMasterId xmlns:r="http://schemas.openxmlformats.org/officeDocument/2006/relationships" r:id="R9cc6150409484f58"/>
  </p:notesMasterIdLst>
  <p:sldIdLst>
    <p:sldId xmlns:r="http://schemas.openxmlformats.org/officeDocument/2006/relationships" id="256" r:id="R7a5df766792f4889"/>
    <p:sldId xmlns:r="http://schemas.openxmlformats.org/officeDocument/2006/relationships" id="257" r:id="Re5f1e43275984393"/>
    <p:sldId xmlns:r="http://schemas.openxmlformats.org/officeDocument/2006/relationships" id="258" r:id="R9ab98fe53a704c10"/>
    <p:sldId xmlns:r="http://schemas.openxmlformats.org/officeDocument/2006/relationships" id="259" r:id="R54047cbb2f2f49d6"/>
    <p:sldId xmlns:r="http://schemas.openxmlformats.org/officeDocument/2006/relationships" id="260" r:id="Rb0cf751444b74f7f"/>
    <p:sldId xmlns:r="http://schemas.openxmlformats.org/officeDocument/2006/relationships" id="261" r:id="R8f65e1b0bf414a7d"/>
    <p:sldId xmlns:r="http://schemas.openxmlformats.org/officeDocument/2006/relationships" id="262" r:id="R595e048f883d45fb"/>
    <p:sldId xmlns:r="http://schemas.openxmlformats.org/officeDocument/2006/relationships" id="263" r:id="R532026792f064a6a"/>
    <p:sldId xmlns:r="http://schemas.openxmlformats.org/officeDocument/2006/relationships" id="264" r:id="Rfc565c339a4d4e7f"/>
    <p:sldId xmlns:r="http://schemas.openxmlformats.org/officeDocument/2006/relationships" id="265" r:id="Rd44d659d56fb41d0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b69b9d8a67f4a20" /><Relationship Type="http://schemas.openxmlformats.org/officeDocument/2006/relationships/slideMaster" Target="/ppt/slideMasters/slideMaster1.xml" Id="R2cfc83e0f2284c43" /><Relationship Type="http://schemas.openxmlformats.org/officeDocument/2006/relationships/notesMaster" Target="/ppt/notesMasters/notesMaster1.xml" Id="R9cc6150409484f58" /><Relationship Type="http://schemas.openxmlformats.org/officeDocument/2006/relationships/presProps" Target="/ppt/presProps.xml" Id="R47a6c088b581436d" /><Relationship Type="http://schemas.openxmlformats.org/officeDocument/2006/relationships/viewProps" Target="/ppt/viewProps.xml" Id="R127e530b517140f0" /><Relationship Type="http://schemas.openxmlformats.org/officeDocument/2006/relationships/tableStyles" Target="/ppt/tableStyles.xml" Id="R14c8b7a17e434cf7" /><Relationship Type="http://schemas.openxmlformats.org/officeDocument/2006/relationships/slide" Target="/ppt/slides/slide1.xml" Id="R7a5df766792f4889" /><Relationship Type="http://schemas.openxmlformats.org/officeDocument/2006/relationships/slide" Target="/ppt/slides/slide2.xml" Id="Re5f1e43275984393" /><Relationship Type="http://schemas.openxmlformats.org/officeDocument/2006/relationships/slide" Target="/ppt/slides/slide3.xml" Id="R9ab98fe53a704c10" /><Relationship Type="http://schemas.openxmlformats.org/officeDocument/2006/relationships/slide" Target="/ppt/slides/slide4.xml" Id="R54047cbb2f2f49d6" /><Relationship Type="http://schemas.openxmlformats.org/officeDocument/2006/relationships/slide" Target="/ppt/slides/slide5.xml" Id="Rb0cf751444b74f7f" /><Relationship Type="http://schemas.openxmlformats.org/officeDocument/2006/relationships/slide" Target="/ppt/slides/slide6.xml" Id="R8f65e1b0bf414a7d" /><Relationship Type="http://schemas.openxmlformats.org/officeDocument/2006/relationships/slide" Target="/ppt/slides/slide7.xml" Id="R595e048f883d45fb" /><Relationship Type="http://schemas.openxmlformats.org/officeDocument/2006/relationships/slide" Target="/ppt/slides/slide8.xml" Id="R532026792f064a6a" /><Relationship Type="http://schemas.openxmlformats.org/officeDocument/2006/relationships/slide" Target="/ppt/slides/slide9.xml" Id="Rfc565c339a4d4e7f" /><Relationship Type="http://schemas.openxmlformats.org/officeDocument/2006/relationships/slide" Target="/ppt/slides/slide10.xml" Id="Rd44d659d56fb41d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639db94a4c24c7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5b0812a14cc4192" /><Relationship Type="http://schemas.openxmlformats.org/officeDocument/2006/relationships/notesMaster" Target="/ppt/notesMasters/notesMaster1.xml" Id="Rf9afaafe0532489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db677bc7b3c440e" /><Relationship Type="http://schemas.openxmlformats.org/officeDocument/2006/relationships/notesMaster" Target="/ppt/notesMasters/notesMaster1.xml" Id="Rc8fd2e8c9c604f0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d054b5ce5d04e4a" /><Relationship Type="http://schemas.openxmlformats.org/officeDocument/2006/relationships/notesMaster" Target="/ppt/notesMasters/notesMaster1.xml" Id="R889e0ecfc77c431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fc20780ee58438f" /><Relationship Type="http://schemas.openxmlformats.org/officeDocument/2006/relationships/notesMaster" Target="/ppt/notesMasters/notesMaster1.xml" Id="R233875e097884a5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384d178b5e74c5d" /><Relationship Type="http://schemas.openxmlformats.org/officeDocument/2006/relationships/notesMaster" Target="/ppt/notesMasters/notesMaster1.xml" Id="R9ea6fa206189452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38e70c5eee64b2f" /><Relationship Type="http://schemas.openxmlformats.org/officeDocument/2006/relationships/notesMaster" Target="/ppt/notesMasters/notesMaster1.xml" Id="R8d0bda713b274b7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3146ecba4f74b97" /><Relationship Type="http://schemas.openxmlformats.org/officeDocument/2006/relationships/notesMaster" Target="/ppt/notesMasters/notesMaster1.xml" Id="Rec48f63db003496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ea8937910b84dec" /><Relationship Type="http://schemas.openxmlformats.org/officeDocument/2006/relationships/notesMaster" Target="/ppt/notesMasters/notesMaster1.xml" Id="Rc33ffe3d264b461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510382bedf24e99" /><Relationship Type="http://schemas.openxmlformats.org/officeDocument/2006/relationships/notesMaster" Target="/ppt/notesMasters/notesMaster1.xml" Id="Rcde7b499101740b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a5ad22611cb4083" /><Relationship Type="http://schemas.openxmlformats.org/officeDocument/2006/relationships/notesMaster" Target="/ppt/notesMasters/notesMaster1.xml" Id="R1a52a32954c4410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b46cc099d1441a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be2434bac804ee6" /><Relationship Type="http://schemas.openxmlformats.org/officeDocument/2006/relationships/slideLayout" Target="/ppt/slideLayouts/slideLayout1.xml" Id="R36e75744a8004d3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6e75744a8004d3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063e691af34529" /><Relationship Type="http://schemas.openxmlformats.org/officeDocument/2006/relationships/notesSlide" Target="/ppt/notesSlides/notesSlide1.xml" Id="R6ad789d42e2d416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21356749de442c" /><Relationship Type="http://schemas.openxmlformats.org/officeDocument/2006/relationships/notesSlide" Target="/ppt/notesSlides/notesSlide2.xml" Id="R7b289cfcade44dc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d8ff533b0c4591" /><Relationship Type="http://schemas.openxmlformats.org/officeDocument/2006/relationships/notesSlide" Target="/ppt/notesSlides/notesSlide3.xml" Id="Re6e08667f6d1408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1b60332ae4423d" /><Relationship Type="http://schemas.openxmlformats.org/officeDocument/2006/relationships/notesSlide" Target="/ppt/notesSlides/notesSlide4.xml" Id="R84513743b45a41f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6a33235dc44f9d" /><Relationship Type="http://schemas.openxmlformats.org/officeDocument/2006/relationships/notesSlide" Target="/ppt/notesSlides/notesSlide5.xml" Id="R69477694b4c94c1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49ad0e8ec04042" /><Relationship Type="http://schemas.openxmlformats.org/officeDocument/2006/relationships/notesSlide" Target="/ppt/notesSlides/notesSlide6.xml" Id="R0fa30195d94c4f3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4b7739490949ce" /><Relationship Type="http://schemas.openxmlformats.org/officeDocument/2006/relationships/notesSlide" Target="/ppt/notesSlides/notesSlide7.xml" Id="Re7814bfe3ec546b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a3c27a0e79433d" /><Relationship Type="http://schemas.openxmlformats.org/officeDocument/2006/relationships/notesSlide" Target="/ppt/notesSlides/notesSlide8.xml" Id="Rd6201ae6fb11414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948f0ad9d541e2" /><Relationship Type="http://schemas.openxmlformats.org/officeDocument/2006/relationships/notesSlide" Target="/ppt/notesSlides/notesSlide9.xml" Id="R4573c68c943c4ec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d9e01c801a403a" /><Relationship Type="http://schemas.openxmlformats.org/officeDocument/2006/relationships/notesSlide" Target="/ppt/notesSlides/notesSlide10.xml" Id="R2e6256fd9e46418c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24F01F3-FCC9-40FD-8AC5-8DD930B27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2F65C0-1DC2-4BC8-A38E-6BFF7F907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4DD7BF-4190-4461-98D2-B137B9C2F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0"/>
            <a:ext cx="476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4907C1-A92B-4E4B-8668-B670566A8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304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822778-B9A4-4606-B36A-92E67A2AD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000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59E0B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F59E0B"/>
                </a:solidFill>
                <a:latin typeface="Aptos Mono"/>
                <a:ea typeface="Aptos Mono"/>
                <a:cs typeface="Aptos Mono"/>
              </a:rPr>
              <a:t>LAOS EARLY WARNING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F8B40F-5144-4729-8A5B-00412CEAF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5810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5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35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When the river rises before the siren, minutes become lives.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C7E0E14-F038-43CE-8C72-4C27BCBB8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43150"/>
            <a:ext cx="5524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AI-powered disaster alert and last-mile communication platform for Laos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340F594-A007-41AE-A738-87E6BDCDA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43250"/>
            <a:ext cx="52197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Flood, storm, rainfall, and landslide risk alerts move from forecast to human-approved message to SMS, WhatsApp, volunteer acknowledgment, and rescue coordination.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4DB3EE-A1D9-42C1-ACF7-269AF161B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1714500"/>
            <a:ext cx="3409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755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5A8112-DA3E-4245-B881-321B0DDDF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124200"/>
            <a:ext cx="1524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755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22F4385-D28A-450C-A83B-0B287F647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648200"/>
            <a:ext cx="3238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755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4BECE59-C786-41B3-83DB-A8EEAC73F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4287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54DC65E-7228-44F0-84D8-2DDC501B4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533525"/>
            <a:ext cx="5143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01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983C771-EA01-4900-9F52-31763FA37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038350"/>
            <a:ext cx="1162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E5E7E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E5E7EB"/>
                </a:solidFill>
                <a:latin typeface="Aptos"/>
                <a:ea typeface="Aptos"/>
                <a:cs typeface="Aptos"/>
              </a:rPr>
              <a:t>Forecast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0B47158-68ED-4AB5-ABF8-A4A67A3D4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14287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6B6D4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04AD52B-03CE-4BAD-8B2E-776887EA5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1533525"/>
            <a:ext cx="5143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AI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40FA32E-43DD-4B92-BBCD-37FE0C3D8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038350"/>
            <a:ext cx="11620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E5E7E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E5E7EB"/>
                </a:solidFill>
                <a:latin typeface="Aptos"/>
                <a:ea typeface="Aptos"/>
                <a:cs typeface="Aptos"/>
              </a:rPr>
              <a:t>AI draft + Lao / English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05EACDB-FC61-48F3-A482-4A2698A5A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14287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E905CB9-9C9D-4A80-9173-65761C3F0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1533525"/>
            <a:ext cx="5143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OK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BDAE25B-8247-4C80-946F-F96804DD3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2038350"/>
            <a:ext cx="1162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E5E7E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E5E7EB"/>
                </a:solidFill>
                <a:latin typeface="Aptos"/>
                <a:ea typeface="Aptos"/>
                <a:cs typeface="Aptos"/>
              </a:rPr>
              <a:t>Human approval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A1AC579-18E5-402F-A420-FFBC1F848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8384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3F41201-4165-4B56-AF47-93F9F3C5F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943225"/>
            <a:ext cx="5143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WA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B2DA783-5707-4071-A37A-A91DF14DF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448050"/>
            <a:ext cx="1162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E5E7E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E5E7EB"/>
                </a:solidFill>
                <a:latin typeface="Aptos"/>
                <a:ea typeface="Aptos"/>
                <a:cs typeface="Aptos"/>
              </a:rPr>
              <a:t>SMS + WhatsApp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40430A5-B4EE-4026-902F-002296F29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43624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EBC9EC6-07D6-410A-AF30-C67D823E2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4467225"/>
            <a:ext cx="5143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VV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3A2F163-362F-4A33-9C94-BECFA4B46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4972050"/>
            <a:ext cx="1162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E5E7E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E5E7EB"/>
                </a:solidFill>
                <a:latin typeface="Aptos"/>
                <a:ea typeface="Aptos"/>
                <a:cs typeface="Aptos"/>
              </a:rPr>
              <a:t>Village volunteers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A6DF567-CA94-411E-A73A-DA4C18359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3624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1D1D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68A19E2-8407-438E-8D35-FA7FE05AD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467225"/>
            <a:ext cx="5143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1st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C45077D-FF22-42FC-B49D-F8B17747A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972050"/>
            <a:ext cx="11620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E5E7E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E5E7EB"/>
                </a:solidFill>
                <a:latin typeface="Aptos"/>
                <a:ea typeface="Aptos"/>
                <a:cs typeface="Aptos"/>
              </a:rPr>
              <a:t>Elders + children move first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AF2FD67-14A7-42AA-8196-478664D07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05400"/>
            <a:ext cx="56197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65913F5-D7E8-40DD-8BB0-D2B285292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314950"/>
            <a:ext cx="10001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59E0B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F59E0B"/>
                </a:solidFill>
                <a:latin typeface="Aptos Display"/>
                <a:ea typeface="Aptos Display"/>
                <a:cs typeface="Aptos Display"/>
              </a:rPr>
              <a:t>10 min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4733AFC-B8EF-4032-A8E8-3352FB796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734050"/>
            <a:ext cx="10001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E5E7EB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E5E7EB"/>
                </a:solidFill>
                <a:latin typeface="Aptos Mono"/>
                <a:ea typeface="Aptos Mono"/>
                <a:cs typeface="Aptos Mono"/>
              </a:rPr>
              <a:t>pitch + demo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AA89C7C-0C15-4C83-A2D7-B18EBFF52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5314950"/>
            <a:ext cx="10953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06B6D4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6B6D4"/>
                </a:solidFill>
                <a:latin typeface="Aptos Display"/>
                <a:ea typeface="Aptos Display"/>
                <a:cs typeface="Aptos Display"/>
              </a:rPr>
              <a:t>2 langs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E8920D7-B710-45FB-9A11-3A5774AB7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5734050"/>
            <a:ext cx="10953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E5E7EB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E5E7EB"/>
                </a:solidFill>
                <a:latin typeface="Aptos Mono"/>
                <a:ea typeface="Aptos Mono"/>
                <a:cs typeface="Aptos Mono"/>
              </a:rPr>
              <a:t>English / Lao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FC6CA15-E455-43DF-90C5-E48F094B6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5314950"/>
            <a:ext cx="10001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16A34A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6A34A"/>
                </a:solidFill>
                <a:latin typeface="Aptos Display"/>
                <a:ea typeface="Aptos Display"/>
                <a:cs typeface="Aptos Display"/>
              </a:rPr>
              <a:t>RBAC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39891A8-4D75-44EC-901A-BA29A3114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5734050"/>
            <a:ext cx="10001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E5E7EB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E5E7EB"/>
                </a:solidFill>
                <a:latin typeface="Aptos Mono"/>
                <a:ea typeface="Aptos Mono"/>
                <a:cs typeface="Aptos Mono"/>
              </a:rPr>
              <a:t>official approval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BA27824-130B-432D-B506-B36CAFE94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5314950"/>
            <a:ext cx="11906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DC2626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DC2626"/>
                </a:solidFill>
                <a:latin typeface="Aptos Display"/>
                <a:ea typeface="Aptos Display"/>
                <a:cs typeface="Aptos Display"/>
              </a:rPr>
              <a:t>PostGIS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8468344-89AF-4E5E-B8E7-176FFE22C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5734050"/>
            <a:ext cx="1190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E5E7EB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E5E7EB"/>
                </a:solidFill>
                <a:latin typeface="Aptos Mono"/>
                <a:ea typeface="Aptos Mono"/>
                <a:cs typeface="Aptos Mono"/>
              </a:rPr>
              <a:t>map-ready data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33C40D0-F1F1-442F-89D6-AA2612B53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495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48B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64748B"/>
                </a:solidFill>
                <a:latin typeface="Aptos Mono"/>
                <a:ea typeface="Aptos Mono"/>
                <a:cs typeface="Aptos Mono"/>
              </a:rPr>
              <a:t>MVP user testing deck | Laos Disaster Alert | 01</a:t>
            </a:r>
          </a:p>
        </p:txBody>
      </p:sp>
    </p:spTree>
    <p:extLst>
      <p:ext uri="{BB962C8B-B14F-4D97-AF65-F5344CB8AC3E}">
        <p14:creationId xmlns:p14="http://schemas.microsoft.com/office/powerpoint/2010/main" val="1049548512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83286EA-925C-43D0-B0A1-11E5135DA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ED6ADE-A954-4B74-A02E-22B9708E9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304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A964A4A-9809-4FEC-9AD6-E4BA6E75A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000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C2626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DC2626"/>
                </a:solidFill>
                <a:latin typeface="Aptos Mono"/>
                <a:ea typeface="Aptos Mono"/>
                <a:cs typeface="Aptos Mono"/>
              </a:rPr>
              <a:t>PROBLEM STATEMENT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BFD00E-1247-47C3-A440-C0056C408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73342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7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7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The warning gap is no longer data; it is distance to the household.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22D210-4657-4B90-A2FF-462057F16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924050"/>
            <a:ext cx="7239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A forecast can be early and still arrive late where it matters: the elderly person who needs a ride, the child at school, the family near the riverbank, the volunteer with no reliable internet.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2AF712-5D2B-4A24-B8A5-BDD37CFA0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19450"/>
            <a:ext cx="3000375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30283C-3342-44A5-98E2-5F055E286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29000"/>
            <a:ext cx="5524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27E2C4-B8C2-4E5C-8BA9-A9F7C33C9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476625"/>
            <a:ext cx="3619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8610FE-03CA-40AE-A034-BFE8E9734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3448050"/>
            <a:ext cx="1809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Forecast exists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9F2321B-2BC2-462E-9A86-C935A6936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962400"/>
            <a:ext cx="2476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Rainfall, river, storm, and landslide risk data may already show danger.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BE9971-CE64-4BE0-ADE9-AC37A7D5D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4019550"/>
            <a:ext cx="495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4A3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2454DB7-9CEC-4C20-91F7-A5A263067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219450"/>
            <a:ext cx="3000375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F4EB414-49C9-45AD-A782-7D28E1F09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429000"/>
            <a:ext cx="5524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FAD9930-8C23-42DA-AC10-A9441DB44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476625"/>
            <a:ext cx="3619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02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AADCC5E-EF2D-4C1F-8BDF-B7658924C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448050"/>
            <a:ext cx="1809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Decision waits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BF21AB8-6C9D-4037-BE42-0F64869E3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962400"/>
            <a:ext cx="2476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Drafting, translating, approving, and routing messages can slow the official chain.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F79C834-E3B9-4C26-8240-19BA45ED7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4019550"/>
            <a:ext cx="495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4A3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7BA55D4-6DD8-46F7-BC57-B27418E24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19450"/>
            <a:ext cx="3000375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7934993-5D0D-405E-A0B1-22F0E4D79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429000"/>
            <a:ext cx="5524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687FAC9-4243-467B-A981-0C14760F8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3476625"/>
            <a:ext cx="3619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03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0D6832C-AD22-46C1-A902-BF5931E7F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448050"/>
            <a:ext cx="1809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Household reacts late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50B11D0-FE0D-4985-AEAD-86CCE7D29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962400"/>
            <a:ext cx="2476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Families without direct digital access rely on volunteers, loudspeakers, and word of mouth.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D48E074-F5FA-44CE-BD7F-F546E0BBE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85800"/>
            <a:ext cx="31813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11182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9494E19-E567-47F2-A353-9389BBFCB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914400"/>
            <a:ext cx="1714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59E0B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59E0B"/>
                </a:solidFill>
                <a:latin typeface="Aptos"/>
                <a:ea typeface="Aptos"/>
                <a:cs typeface="Aptos"/>
              </a:rPr>
              <a:t>Human stakes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74EBACC-F32D-48EE-8EEB-65CCCB074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314450"/>
            <a:ext cx="26479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Elders need transport before roads cut off.</a:t>
            </a:r>
          </a:p>
          <a:p xmlns:a="http://schemas.openxmlformats.org/drawingml/2006/main">
            <a:pPr algn="l"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Children and schools need early movement.</a:t>
            </a:r>
          </a:p>
          <a:p xmlns:a="http://schemas.openxmlformats.org/drawingml/2006/main">
            <a:pPr algn="l"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Remote villages need volunteer paths when networks fail.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6D2814F-7A96-4EBC-A7AD-5FB8237A0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495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48B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64748B"/>
                </a:solidFill>
                <a:latin typeface="Aptos Mono"/>
                <a:ea typeface="Aptos Mono"/>
                <a:cs typeface="Aptos Mono"/>
              </a:rPr>
              <a:t>MVP user testing deck | Laos Disaster Alert | 02</a:t>
            </a:r>
          </a:p>
        </p:txBody>
      </p:sp>
    </p:spTree>
    <p:extLst>
      <p:ext uri="{BB962C8B-B14F-4D97-AF65-F5344CB8AC3E}">
        <p14:creationId xmlns:p14="http://schemas.microsoft.com/office/powerpoint/2010/main" val="62549952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4FF3A21-5E07-478C-83C4-7AD248735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34BC5A1-941F-49E1-800A-DCA272FA0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4CA647-87AE-4C2F-9B60-21B2BE4E0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0"/>
            <a:ext cx="476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661530-06BD-4759-8ADC-0D8BAD686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304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F9FC7C-DE00-46D3-8347-10471037D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000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6A34A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16A34A"/>
                </a:solidFill>
                <a:latin typeface="Aptos Mono"/>
                <a:ea typeface="Aptos Mono"/>
                <a:cs typeface="Aptos Mono"/>
              </a:rPr>
              <a:t>SOLUTION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CF733C-2669-4E22-A295-5B2C9B16A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80962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The platform compresses forecast-to-family action into one audited workflow.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49FCC7-9C8F-477F-BB86-D4BB4D470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00250"/>
            <a:ext cx="7429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AI accelerates drafting and translation; humans keep final authority; delivery logs and volunteer acknowledgments prove the message moved.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B5612B-B9EC-47CD-8EB3-1DC9D702B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76600"/>
            <a:ext cx="186690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DED7F3-8C9D-4729-B4EB-E78CA50D3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486150"/>
            <a:ext cx="400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C56BF69-D65B-4D23-9C05-B4BDBB132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533775"/>
            <a:ext cx="2095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0CF17E-0183-417B-81AD-34B5D56AB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86200"/>
            <a:ext cx="152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Hydromet + satellite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8AF08E1-EB47-4326-8636-ACD574A7F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24350"/>
            <a:ext cx="14668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Rainfall, river level, storm, landslide risk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CF381BE-6DBF-41B2-A20D-DF26E7D95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4000500"/>
            <a:ext cx="190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D085190-4763-4BDA-9C63-77CC76D5A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943350"/>
            <a:ext cx="152400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C885C26-01BC-4ED3-801A-0FCE7660B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276600"/>
            <a:ext cx="186690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24BDE07-FF0D-4897-8A98-782C61178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3486150"/>
            <a:ext cx="400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B6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1015AE4-FB23-4774-B2DB-8F065DDE2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533775"/>
            <a:ext cx="2095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2612B75-432D-4DDD-B870-8EF020F9A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3886200"/>
            <a:ext cx="152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AI alert assistant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3F62662-8810-401E-BBF5-13FAE5EDB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4324350"/>
            <a:ext cx="14668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Risk score, draft, Lao/English translation, routing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0EFBA94-0897-4520-AEA3-C6E6C8132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000500"/>
            <a:ext cx="190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0049E99-0FD1-4AD0-8B94-571E2DFE5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3943350"/>
            <a:ext cx="152400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15873DE-B86B-46BB-B11E-28067DE00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3276600"/>
            <a:ext cx="186690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EA44ED3-B29B-4793-8712-723A9D460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486150"/>
            <a:ext cx="400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158A1C9-E5D4-4E85-A8C3-3F403C8A3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533775"/>
            <a:ext cx="2095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93BF362-C842-4257-BC08-A5739280E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886200"/>
            <a:ext cx="152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Human approval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FFAD2D2-AF3C-4B3C-AD8C-28094A24A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324350"/>
            <a:ext cx="14668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Officer reviews, edits, approves, publishes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F8F67E3-DF3A-488A-886A-732982272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4000500"/>
            <a:ext cx="190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1CDA528-DE21-47BD-B690-A8BB631AF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943350"/>
            <a:ext cx="152400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A8827F8-CBD0-4405-AFC8-287555E5A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276600"/>
            <a:ext cx="186690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8BB8EC6-036F-4A32-B992-6BF240299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3486150"/>
            <a:ext cx="400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76B702A-D442-42A8-BE69-4A1A73B73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533775"/>
            <a:ext cx="2095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4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617CFD9-D756-46ED-BE87-289820E0D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3886200"/>
            <a:ext cx="152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Direct channels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AAA2843-B548-4BF2-8468-34EAF1145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4324350"/>
            <a:ext cx="14668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SMS, WhatsApp, email, in-app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B325AA6-79C2-4816-9955-0A039315F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4000500"/>
            <a:ext cx="190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215FE4A-F564-49C7-850A-3268BD054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3943350"/>
            <a:ext cx="152400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3186315-36C9-4DF5-A69B-FA5B63039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3276600"/>
            <a:ext cx="186690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2AA8A53-6124-4AF3-BB1C-5097E034D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3486150"/>
            <a:ext cx="400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B18FD38-4EC2-4D4D-B985-0521742A4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3533775"/>
            <a:ext cx="2095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5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D139C40-3931-49B3-96E5-FF3982EDE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3886200"/>
            <a:ext cx="152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Last-mile proof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4CDA0FE-08A0-477B-BBD8-F0F6E7549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4324350"/>
            <a:ext cx="14668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Volunteer acknowledgment, loudspeaker, door-to-door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DC2F1B0-30A2-4C3D-B8AA-5C21A5E46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81600"/>
            <a:ext cx="10477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CBDDD1D-13E4-419A-A1B3-DF877D17D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353050"/>
            <a:ext cx="4953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59E0B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59E0B"/>
                </a:solidFill>
                <a:latin typeface="Aptos"/>
                <a:ea typeface="Aptos"/>
                <a:cs typeface="Aptos"/>
              </a:rPr>
              <a:t>Control rule: AI can draft. Only an authorized human can publish.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CC8F705-2C53-4913-982A-EE572C3C3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5391150"/>
            <a:ext cx="4191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Every action becomes an audit trail for trust, coordination, and after-action review.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B3DCD8D-B2A7-4B7D-A4A1-5B89393E8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495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48B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64748B"/>
                </a:solidFill>
                <a:latin typeface="Aptos Mono"/>
                <a:ea typeface="Aptos Mono"/>
                <a:cs typeface="Aptos Mono"/>
              </a:rPr>
              <a:t>MVP user testing deck | Laos Disaster Alert | 03</a:t>
            </a:r>
          </a:p>
        </p:txBody>
      </p:sp>
    </p:spTree>
    <p:extLst>
      <p:ext uri="{BB962C8B-B14F-4D97-AF65-F5344CB8AC3E}">
        <p14:creationId xmlns:p14="http://schemas.microsoft.com/office/powerpoint/2010/main" val="1031722828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BD112AF-D1F9-4EE1-8437-3A565411E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BD81AF7-B597-41C0-8ACD-EC630BC3B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304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DED7F1-2718-4E8F-A744-2A92AB405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000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59E0B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F59E0B"/>
                </a:solidFill>
                <a:latin typeface="Aptos Mono"/>
                <a:ea typeface="Aptos Mono"/>
                <a:cs typeface="Aptos Mono"/>
              </a:rPr>
              <a:t>HUMAN MAP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616910-6A37-486F-9ED5-B5F2AC6CD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85725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9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The first map is a human map: who must move first, who can help, what is missing.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DE34E9-D6D8-449A-8318-533EAF46E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6610350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8B1AE7-B81C-4BA3-B29B-78063F83B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209800"/>
            <a:ext cx="3619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59E0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59E0B"/>
                </a:solidFill>
                <a:latin typeface="Aptos"/>
                <a:ea typeface="Aptos"/>
                <a:cs typeface="Aptos"/>
              </a:rPr>
              <a:t>Priority villages along the Mekong and tributaries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C2FFBDB-A484-4192-AD6A-12AECF001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2952750"/>
            <a:ext cx="4191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D29F31F-61E0-4039-AEF9-775514B94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3943350"/>
            <a:ext cx="3429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6829220-52EC-4151-A5B1-7B85ED29D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933700"/>
            <a:ext cx="571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DED7D3-BCED-4043-A6EC-34BFC4F9C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7051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61FEA7-5A47-459C-819F-D8C17AB03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809875"/>
            <a:ext cx="5143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3BF460B-0FB4-43E7-9501-30A00CAFC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314700"/>
            <a:ext cx="1162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Elder households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5893881-FE95-4191-A5BF-F8944CB4C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36766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21C80F9-DE90-4337-9666-12DF5287B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3781425"/>
            <a:ext cx="5143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B259437-D77D-4AEF-9C70-22B753E73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4286250"/>
            <a:ext cx="1162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School children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CCF7F8E-95CB-44C1-AEE1-5CB19AEA3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7241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6B6D4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CA827B3-19C9-4642-9F2C-FEBC28583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828925"/>
            <a:ext cx="5143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+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CB56AE5-F9C0-4793-B046-09C10881C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333750"/>
            <a:ext cx="1162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Clinic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68998F7-52BB-4AA9-8362-3229429E6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5339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E22C47A-2FD8-4FEE-9E60-5E89D468D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638675"/>
            <a:ext cx="5143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V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626E02E-CDA6-474A-81F4-BB2B7FF82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5143500"/>
            <a:ext cx="1162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Village volunteer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543088C-B1A8-4AC3-B3B5-885A73B09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44767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75B48C3-8EEA-4740-BAD3-79AE66BFE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4581525"/>
            <a:ext cx="5143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B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75BCA3F-1C32-46FB-97F2-588267814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5086350"/>
            <a:ext cx="1162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Rescue boat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292C51E-4980-42BF-ADEA-F84419155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038350"/>
            <a:ext cx="35242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2A0CF50-F138-4990-BCA9-EE9A665B3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247900"/>
            <a:ext cx="1485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4B7D2B5-FD9E-46D8-88B3-4E06A530B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295525"/>
            <a:ext cx="12954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Priority formula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E9C6F15-CF68-4E3F-96CB-1B368F9EE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686050"/>
            <a:ext cx="27813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Risk x vulnerability x reachability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BA0C0D9-59D7-4989-AB11-E6196D540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390900"/>
            <a:ext cx="3524250" cy="2247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F73114C-022D-45DB-AA69-7A70CDB1F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28194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Contact database becomes response memory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E6DC4F1-86A1-4149-91ED-DAC7943CE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095750"/>
            <a:ext cx="27813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Rescue teams</a:t>
            </a:r>
          </a:p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Boat and pump availability</a:t>
            </a:r>
          </a:p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Borrowing equipment from neighboring regions</a:t>
            </a:r>
          </a:p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Volunteer language and channel preference</a:t>
            </a:r>
          </a:p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Families needing early mobilization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F7832CE-1315-4D82-83C5-5D5120B6F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495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48B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64748B"/>
                </a:solidFill>
                <a:latin typeface="Aptos Mono"/>
                <a:ea typeface="Aptos Mono"/>
                <a:cs typeface="Aptos Mono"/>
              </a:rPr>
              <a:t>MVP user testing deck | Laos Disaster Alert | 04</a:t>
            </a:r>
          </a:p>
        </p:txBody>
      </p:sp>
    </p:spTree>
    <p:extLst>
      <p:ext uri="{BB962C8B-B14F-4D97-AF65-F5344CB8AC3E}">
        <p14:creationId xmlns:p14="http://schemas.microsoft.com/office/powerpoint/2010/main" val="1289358761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6D6E737-7CB6-4259-A0D7-D032289A9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6F6B2E-9E47-467D-A320-04E797EB2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5456BD3-98B4-43CC-A1A8-F726E2B9A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0"/>
            <a:ext cx="476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33144A-1662-4A2E-82B1-7051461AE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304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B6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3E2DD0-0801-4DE9-A86A-30E9081E3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000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6B6D4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06B6D4"/>
                </a:solidFill>
                <a:latin typeface="Aptos Mono"/>
                <a:ea typeface="Aptos Mono"/>
                <a:cs typeface="Aptos Mono"/>
              </a:rPr>
              <a:t>PRODUCT DEMO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616571-D7C3-4E3D-B3EA-678E2D7BC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8572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Demo flow: flood prediction becomes a WhatsApp-ready alert before the water arrives.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D9B709C-22E8-461C-8917-4D1F13FB5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90750"/>
            <a:ext cx="108585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474BB8-9E31-476A-9EA6-72643D11F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571750"/>
            <a:ext cx="1695450" cy="2171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FF812C3-91E4-4DF1-8919-15EC0ACD3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571750"/>
            <a:ext cx="1695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14DC74D-8E7C-4916-9B22-4064EB1BC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686050"/>
            <a:ext cx="1333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Dashboard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207D90-50FA-4149-BC83-90391A36D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219450"/>
            <a:ext cx="13525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Rainfall, river level, active alerts, hazard map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834D08F-4DF5-4B96-9FDE-CD09F7ECF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248150"/>
            <a:ext cx="11049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8A052E0-6154-4AC8-9A36-134D3BE3C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295775"/>
            <a:ext cx="9144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825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step 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D23EB9C-E574-4B95-BA63-95D8E33FA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571750"/>
            <a:ext cx="1695450" cy="2171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4D8B04F-F233-47D4-8E7B-A34684294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571750"/>
            <a:ext cx="1695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B6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3B77F47-2DA4-4F45-9DBB-2A9E1759D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2686050"/>
            <a:ext cx="1333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AI draft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BF19039-2FA4-4086-B75E-8ABCF1D13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219450"/>
            <a:ext cx="13525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Risk level, impact summary, Lao/English message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CB90A00-C6EA-491E-9DF9-DD44CA9FF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248150"/>
            <a:ext cx="11049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B6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58CC4FD-D8F1-4385-8705-74FB54603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295775"/>
            <a:ext cx="9144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825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step 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21C6E85-14F1-41D2-BF47-BE59453C9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571750"/>
            <a:ext cx="1695450" cy="2171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C6B078E-D280-404E-A2DC-C68C2B965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571750"/>
            <a:ext cx="1695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7A424C4-4E49-4C9C-BC8A-6AA8D0608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2686050"/>
            <a:ext cx="1333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Approval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F14CD9D-F949-41FD-9BFE-770E08F23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3219450"/>
            <a:ext cx="13525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Review, approve, publish with role control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51A7591-CB21-45E9-ACC9-657F281D2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4248150"/>
            <a:ext cx="11049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CA94B3B-E8AB-49D3-9389-1F00BDAD5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4295775"/>
            <a:ext cx="9144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825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human gate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D52E446-7B71-4EED-8B93-F05023EA7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571750"/>
            <a:ext cx="1695450" cy="2171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CE50664-C6BF-4EA0-8B1A-79FF208B1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571750"/>
            <a:ext cx="1695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EE3DA44-0F4B-4A23-8ADE-56B8E11EA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686050"/>
            <a:ext cx="1333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Delivery logs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B6ACFFA-A83A-4CAA-8174-A8F76F0EF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3219450"/>
            <a:ext cx="13525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SMS + WhatsApp status and failures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E4D15CA-75EF-4E95-B24C-0CF2837E7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4248150"/>
            <a:ext cx="11049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C259D02-2193-4901-BE55-7921F9EB7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4295775"/>
            <a:ext cx="9144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825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log proof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B3D2BBC-679F-4BDF-A171-FE4926856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571750"/>
            <a:ext cx="1695450" cy="2171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38CD17F-14B4-4F4A-88FA-32FD67283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571750"/>
            <a:ext cx="1695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E9BC9FD-F262-4C50-8036-A9091FA5A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686050"/>
            <a:ext cx="1333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Volunteer ack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2B3C7B6-9C8E-49B5-8DA4-E6B502543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3219450"/>
            <a:ext cx="13525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Loudspeaker, door-to-door, notes, coverage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4F72F27-E714-4CC4-BCB5-4A455868D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4248150"/>
            <a:ext cx="11049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82A8BB8-C7B7-4284-9666-50A20FE3C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4295775"/>
            <a:ext cx="9144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825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step 5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B9A8F35-4DC9-4A7B-9733-D11FB4308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086350"/>
            <a:ext cx="9334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334155"/>
                </a:solidFill>
                <a:latin typeface="Aptos"/>
                <a:ea typeface="Aptos"/>
                <a:cs typeface="Aptos"/>
              </a:rPr>
              <a:t>Live demo scenes are built from the MVP: Dashboard -&gt; Alerts -&gt; AI draft -&gt; Approval -&gt; Publish -&gt; Reports -&gt; Volunteer acknowledgment.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4C3971A-C84A-481E-8735-74F848F81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495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48B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64748B"/>
                </a:solidFill>
                <a:latin typeface="Aptos Mono"/>
                <a:ea typeface="Aptos Mono"/>
                <a:cs typeface="Aptos Mono"/>
              </a:rPr>
              <a:t>MVP user testing deck | Laos Disaster Alert | 05</a:t>
            </a:r>
          </a:p>
        </p:txBody>
      </p:sp>
    </p:spTree>
    <p:extLst>
      <p:ext uri="{BB962C8B-B14F-4D97-AF65-F5344CB8AC3E}">
        <p14:creationId xmlns:p14="http://schemas.microsoft.com/office/powerpoint/2010/main" val="160403055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3840AEE-F0EB-404C-A17A-EBB100311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EDAF642-3902-4DFF-9F3A-4B0DBD69A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304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FD0C9E-4C05-4AF7-8EF1-0F69F15D6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000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6A34A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16A34A"/>
                </a:solidFill>
                <a:latin typeface="Aptos Mono"/>
                <a:ea typeface="Aptos Mono"/>
                <a:cs typeface="Aptos Mono"/>
              </a:rPr>
              <a:t>BUSINESS IMPACT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4951B4-41A1-4F7C-A2D9-488249884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78105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A faster alert engine protects people, budgets, and trust.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19E44B-88C1-45B7-9A15-69DA89504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790700"/>
            <a:ext cx="72390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For user testing, the business case is not a revenue claim. It is an impact operating model: earlier action, fewer duplicate calls, clearer resource allocation, and an auditable chain of responsibility.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B60190-8E5C-4698-9B76-ABB1911B1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0"/>
            <a:ext cx="5962650" cy="2266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C078DD-EAB4-4737-812E-109599E2D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181350"/>
            <a:ext cx="3333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Illustrative coordination improvement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52EA5C-0DFE-45BC-8F1A-7968EEF3D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733800"/>
            <a:ext cx="16002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334155"/>
                </a:solidFill>
                <a:latin typeface="Aptos"/>
                <a:ea typeface="Aptos"/>
                <a:cs typeface="Aptos"/>
              </a:rPr>
              <a:t>Traditional chain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8B672EB-B937-4C5A-9C29-9FEACFDA6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771900"/>
            <a:ext cx="3429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B16C06B-2FB2-477A-83C5-21DD3AD46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133850"/>
            <a:ext cx="3333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forecast -&gt; meeting -&gt; translation -&gt; broadcast -&gt; village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82E951-48E6-48B9-9A38-C3C475F39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400550"/>
            <a:ext cx="16002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334155"/>
                </a:solidFill>
                <a:latin typeface="Aptos"/>
                <a:ea typeface="Aptos"/>
                <a:cs typeface="Aptos"/>
              </a:rPr>
              <a:t>MVP assisted chain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2C85122-BB7E-49AC-B18F-78FF62BBB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438650"/>
            <a:ext cx="1619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3AB2568-DD7E-4063-9261-D74FFA248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800600"/>
            <a:ext cx="3333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forecast -&gt; AI draft -&gt; approval -&gt; SMS/WhatsApp -&gt; ack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23F188B-A52E-49FD-AB38-704778A3B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010150"/>
            <a:ext cx="3429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C0EC67A-E8A5-47B2-A9E1-0FFB35189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857500"/>
            <a:ext cx="3867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0FDFD58-EC70-4285-9B61-68BA66B21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067050"/>
            <a:ext cx="400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FF8BACB-A5CA-4869-814F-763520E5A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114675"/>
            <a:ext cx="2095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1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DE9E2E2-942F-48B8-8710-710C38A69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009900"/>
            <a:ext cx="1809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Hours gained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A02BC21-20C9-419B-9C2B-99344288F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276600"/>
            <a:ext cx="2571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Earlier household preparation before roads close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E6CD96F-2B46-4497-9606-0F6DB53EA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848100"/>
            <a:ext cx="3867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324607E-EB9B-48BF-8F8C-7B622993A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057650"/>
            <a:ext cx="400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8F272F4-016C-49C9-A298-1E0F93FBE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105275"/>
            <a:ext cx="2095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0D0BC94-3E39-42B9-A49F-ADC1DF95B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000500"/>
            <a:ext cx="1809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Resources focused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FC7FCFF-1E3E-4C8B-B594-7D53444EF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267200"/>
            <a:ext cx="2571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Rescue boats, pumps, shelters, and teams routed by risk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DF28939-D966-48A7-9236-F5A7A7392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838700"/>
            <a:ext cx="3867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A726083-1C56-4EFA-9C97-847AC8C4F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5048250"/>
            <a:ext cx="400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F977BF3-D26E-4C94-A1A7-E24A4B363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5095875"/>
            <a:ext cx="2095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15C6CE0-D7D6-4AC3-896D-02923292A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991100"/>
            <a:ext cx="1809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Trust retained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7BBC630-A0A6-4DA1-8997-FF5E954A9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257800"/>
            <a:ext cx="2571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Human approval + audit trail reduces rumor and confusion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7D51AE1-A6DE-433E-B28F-9C2705B56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495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48B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64748B"/>
                </a:solidFill>
                <a:latin typeface="Aptos Mono"/>
                <a:ea typeface="Aptos Mono"/>
                <a:cs typeface="Aptos Mono"/>
              </a:rPr>
              <a:t>MVP user testing deck | Laos Disaster Alert | 06</a:t>
            </a:r>
          </a:p>
        </p:txBody>
      </p:sp>
    </p:spTree>
    <p:extLst>
      <p:ext uri="{BB962C8B-B14F-4D97-AF65-F5344CB8AC3E}">
        <p14:creationId xmlns:p14="http://schemas.microsoft.com/office/powerpoint/2010/main" val="166974665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1A534E7-A14D-4F30-A061-B8198D1BA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2D3BC0-8B8F-46E9-B3CB-8B6B9F86D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9453AB-77EA-4D90-AA84-B80348C67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0"/>
            <a:ext cx="476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B49047-7DD9-4AEF-BE77-577CDBA4D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304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5CD3B1-4604-4250-A414-C2A57BE20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000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563EB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2563EB"/>
                </a:solidFill>
                <a:latin typeface="Aptos Mono"/>
                <a:ea typeface="Aptos Mono"/>
                <a:cs typeface="Aptos Mono"/>
              </a:rPr>
              <a:t>PLATFORM ARCHITECTURE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5502DC-D2B0-4D76-9FEB-471BACEDA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85725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The MVP is already shaped like a national platform, not a single alert form.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385DB9-D8F1-4BBF-8CA0-CCD75D4A7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95500"/>
            <a:ext cx="76581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DC23B7-2DBE-4898-932A-16814AE71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219325"/>
            <a:ext cx="1390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B4ACEE3-E6FC-4717-9479-F776EAA71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66950"/>
            <a:ext cx="1200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825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Data layer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2C615D-F4EA-4D0A-8030-07FF3CB58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2219325"/>
            <a:ext cx="5334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DMH feeds, river gauges, rainfall stations, NASA satellite context, flood forecasts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F51BC66-BF9D-49EF-A11D-235AC0DCC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819400"/>
            <a:ext cx="76581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BD13585-6C11-4855-9E29-2224888A5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943225"/>
            <a:ext cx="1390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B6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AB09334-35BA-4F7D-932C-F853CC013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90850"/>
            <a:ext cx="1200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825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AI layer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6DB566E-27A0-4B76-9A54-F521F9C30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2943225"/>
            <a:ext cx="5334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Risk classification, alert drafting, Lao/English translation, routing, quality flags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8726687-83E7-4A6F-9285-3BD844689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43300"/>
            <a:ext cx="76581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4326F90-F808-402D-A1A5-6AA2C7D6E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667125"/>
            <a:ext cx="1390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B0C44D5-4DCD-4977-93F4-CAA26C70D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714750"/>
            <a:ext cx="1200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825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Approval layer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0D0DF47-C36D-4A0B-8683-9DA9DC722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3667125"/>
            <a:ext cx="5334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Role-based access, officer review, human approval before publication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305C069-5630-4672-8010-ED2074F2F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267200"/>
            <a:ext cx="76581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549BC96-B21B-4079-A34D-9DEA894C8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391025"/>
            <a:ext cx="1390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7F230BA-4AC8-4DA8-A8D0-4C6AC071B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438650"/>
            <a:ext cx="1200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825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Delivery layer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2D9D655-D51A-45D1-9F43-EAD3A5ABE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4391025"/>
            <a:ext cx="5334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SMS, WhatsApp Business API, email for officials, in-app notifications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9E31598-7A64-4E78-9491-34E320AE5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991100"/>
            <a:ext cx="76581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11AB2D9-440A-438E-85CC-82552220A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114925"/>
            <a:ext cx="1390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3610D43-3F19-489D-8187-37E550404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162550"/>
            <a:ext cx="1200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825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Response layer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A62C556-C339-4EBF-9079-7A45DE886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5114925"/>
            <a:ext cx="5334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Volunteer acknowledgment, dissemination methods, rescue notes, reports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2D1451A-DFDA-43F9-8BFA-F1E10D964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095500"/>
            <a:ext cx="28575" cy="3409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755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89929C7-8297-434B-ABAE-8C7048BF0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076450"/>
            <a:ext cx="20002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937593B-5FD5-4404-979A-84BF8E138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343150"/>
            <a:ext cx="1428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59E0B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59E0B"/>
                </a:solidFill>
                <a:latin typeface="Aptos"/>
                <a:ea typeface="Aptos"/>
                <a:cs typeface="Aptos"/>
              </a:rPr>
              <a:t>System controls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F913767-C28C-45C0-88B7-4A165BE9B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819400"/>
            <a:ext cx="142875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RBAC</a:t>
            </a:r>
          </a:p>
          <a:p xmlns:a="http://schemas.openxmlformats.org/drawingml/2006/main">
            <a:pPr algn="l"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Demo MFA</a:t>
            </a:r>
          </a:p>
          <a:p xmlns:a="http://schemas.openxmlformats.org/drawingml/2006/main">
            <a:pPr algn="l"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Masked phones</a:t>
            </a:r>
          </a:p>
          <a:p xmlns:a="http://schemas.openxmlformats.org/drawingml/2006/main">
            <a:pPr algn="l"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PostGIS schema</a:t>
            </a:r>
          </a:p>
          <a:p xmlns:a="http://schemas.openxmlformats.org/drawingml/2006/main">
            <a:pPr algn="l"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Audit logs</a:t>
            </a:r>
          </a:p>
          <a:p xmlns:a="http://schemas.openxmlformats.org/drawingml/2006/main">
            <a:pPr algn="l"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Notification logs</a:t>
            </a:r>
          </a:p>
          <a:p xmlns:a="http://schemas.openxmlformats.org/drawingml/2006/main">
            <a:pPr algn="l"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Separate Lao / English messages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E08DCFC-C741-4248-B394-E6899103F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495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48B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64748B"/>
                </a:solidFill>
                <a:latin typeface="Aptos Mono"/>
                <a:ea typeface="Aptos Mono"/>
                <a:cs typeface="Aptos Mono"/>
              </a:rPr>
              <a:t>MVP user testing deck | Laos Disaster Alert | 07</a:t>
            </a:r>
          </a:p>
        </p:txBody>
      </p:sp>
    </p:spTree>
    <p:extLst>
      <p:ext uri="{BB962C8B-B14F-4D97-AF65-F5344CB8AC3E}">
        <p14:creationId xmlns:p14="http://schemas.microsoft.com/office/powerpoint/2010/main" val="79014769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820009D-5D5B-4888-A0AB-7747788E0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561C63D-4293-45AA-B21C-D71305551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304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9A079B-9E36-479D-8C46-300085CF1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000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59E0B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F59E0B"/>
                </a:solidFill>
                <a:latin typeface="Aptos Mono"/>
                <a:ea typeface="Aptos Mono"/>
                <a:cs typeface="Aptos Mono"/>
              </a:rPr>
              <a:t>DEMO SCENARIOS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4DD628-FEE4-4832-9852-4C2946EFD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75247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2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The demo follows five roles through one unfolding storm.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0AB358-FD37-4349-89D3-9B416804F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30480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DE64DB-BDB9-435A-8AD5-DD4B8A293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381250"/>
            <a:ext cx="952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968602-2158-452E-98A5-11173B8D6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428875"/>
            <a:ext cx="762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825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scene 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61435B-AA01-4D31-965C-3CA5262C9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743200"/>
            <a:ext cx="2476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Meteorological officer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290692-59DC-4EE3-B61F-CE018F203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067050"/>
            <a:ext cx="25146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Sees rainfall and river indicators, asks AI for a draft, edits Lao/English, then approves.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1228B5B-7C4C-4060-A97E-118A713AB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190750"/>
            <a:ext cx="30480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A1F357-51E5-4788-8D00-2194842E3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381250"/>
            <a:ext cx="952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E87E9A5-55FB-4AAB-A07C-38BADD7F6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428875"/>
            <a:ext cx="762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825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scene 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EE7E10B-316C-42FA-B21F-3E9C1BCDE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743200"/>
            <a:ext cx="2476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Emergency response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D81CD95-3E6D-4CB3-9668-7009CE39D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067050"/>
            <a:ext cx="25146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Receives the official alert, checks affected areas, adds rescue boat and shelter notes.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1BF34D3-DDB5-4886-B0D9-B1F278714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190750"/>
            <a:ext cx="30480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28DCA99-809C-4577-99BC-D234E8770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381250"/>
            <a:ext cx="952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1013522-8BF9-4D28-93A9-3BBA891A3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428875"/>
            <a:ext cx="762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825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scene 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FEFB1DF-B9AE-45BA-BE19-3F738F84A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743200"/>
            <a:ext cx="2476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CSO coordinator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4CC53FA-20B6-4709-95A5-1438627B7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067050"/>
            <a:ext cx="25146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Confirms which villages are covered and forwards tasks to volunteers.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DC471B8-AB2A-4DC7-BF7C-377D6171E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267200"/>
            <a:ext cx="30480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076300B-1D0C-4F3D-9A18-5D9297F28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457700"/>
            <a:ext cx="952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A7B775D-AC22-4603-9D55-7A4D03470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4505325"/>
            <a:ext cx="762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825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scene 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F702271-AC92-4B2E-82BF-37D5CFC99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819650"/>
            <a:ext cx="2476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Village volunteer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F38242D-C274-48F1-94B2-05E8A07BA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5143500"/>
            <a:ext cx="25146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Acknowledges receipt and reports loudspeaker or door-to-door dissemination.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DFA7055-5AF5-4B08-B9F1-558888D7F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267200"/>
            <a:ext cx="30480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372D8B2-B6A6-4A12-B395-C45A20B47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457700"/>
            <a:ext cx="952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B6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29CE33B-3268-4E57-AEFA-58C077088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505325"/>
            <a:ext cx="762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825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scene 5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3E632E7-4E45-45FF-8CB5-60A3BAC57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819650"/>
            <a:ext cx="2476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Community family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1D98871-ABCF-458C-A5AF-7EFDF2F50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5143500"/>
            <a:ext cx="25146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Gets an early WhatsApp/SMS warning and moves elders, children, rice, and livestock first.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9AF6C3C-844B-4107-8E73-6A03BCDCB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495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48B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64748B"/>
                </a:solidFill>
                <a:latin typeface="Aptos Mono"/>
                <a:ea typeface="Aptos Mono"/>
                <a:cs typeface="Aptos Mono"/>
              </a:rPr>
              <a:t>MVP user testing deck | Laos Disaster Alert | 08</a:t>
            </a:r>
          </a:p>
        </p:txBody>
      </p:sp>
    </p:spTree>
    <p:extLst>
      <p:ext uri="{BB962C8B-B14F-4D97-AF65-F5344CB8AC3E}">
        <p14:creationId xmlns:p14="http://schemas.microsoft.com/office/powerpoint/2010/main" val="1808380185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F62DBAB-D313-4A98-ACE1-B41007A3C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8F2D0A-9BD5-442C-83B9-96F396C8C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0096B5-CFC3-4CD6-B646-8131A1016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0"/>
            <a:ext cx="476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265150-2D66-4B77-B629-FAF9A6857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304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5ADD4F-EEA2-4C82-A5ED-FAA44D103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000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6A34A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16A34A"/>
                </a:solidFill>
                <a:latin typeface="Aptos Mono"/>
                <a:ea typeface="Aptos Mono"/>
                <a:cs typeface="Aptos Mono"/>
              </a:rPr>
              <a:t>FUTURE IMPROVEMENT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8963404-D8BB-4D4C-BF2E-DB3BB9285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8382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Future version moves from alert publishing to anticipatory response.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4D1611-BCC9-4B93-AF5F-E0ED209DE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924050"/>
            <a:ext cx="7429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The MVP proves the workflow. The next stage makes the platform operational at national scale: live gateways, predictive feeds, offline volunteers, and shared resource coordination.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A61A6A-BC9E-4CEA-8CD8-B7317531B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581400"/>
            <a:ext cx="8953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755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FCE2576-EDEA-4A6E-9FF9-1E242539B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34290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5C77BC-40A2-4BCE-9473-270DC7430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981450"/>
            <a:ext cx="304800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079FEA-120F-4032-AC77-E3A1D18BE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210050"/>
            <a:ext cx="1143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2FE274F-9D5F-400E-9AB8-A49138ADD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257675"/>
            <a:ext cx="952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0-3 months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916BF2E-E54D-4DC6-BEA5-E039CB66B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667250"/>
            <a:ext cx="2381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Real SMS + WhatsApp</a:t>
            </a:r>
          </a:p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Provider callbacks</a:t>
            </a:r>
          </a:p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Lao translation validation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3C335A5-4BF7-4DC4-9F15-4A34176CA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34290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BAB2C1E-3EB2-4C09-A676-C70BF2A0C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981450"/>
            <a:ext cx="304800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D7A71A0-1441-4765-A7B1-63E03F66B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4210050"/>
            <a:ext cx="1143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15CBE16-707B-4F1F-B37C-6D1654A14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257675"/>
            <a:ext cx="952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3-6 months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76B45C8-E127-4B27-9261-D3B6216D0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4667250"/>
            <a:ext cx="2381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Predictive flood model</a:t>
            </a:r>
          </a:p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District/village GIS layers</a:t>
            </a:r>
          </a:p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Equipment + rescue registry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7E081E6-75E4-4A17-BFA4-6E6702B49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4290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6EA297F-FDA3-4E2F-9335-E664296FA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981450"/>
            <a:ext cx="304800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DD8B620-9CE0-4EE4-BDE8-A4828DF6C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210050"/>
            <a:ext cx="1143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A441F85-FF1C-431E-B5DC-251779F9A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257675"/>
            <a:ext cx="952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6-12 months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70A9A99-83C4-4B9B-8AE1-B02D03F8B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667250"/>
            <a:ext cx="2381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Offline volunteer app</a:t>
            </a:r>
          </a:p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Community radio workflow</a:t>
            </a:r>
          </a:p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National deployment playbook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148F2D1-76A1-42FE-999C-D48B0489A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495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48B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64748B"/>
                </a:solidFill>
                <a:latin typeface="Aptos Mono"/>
                <a:ea typeface="Aptos Mono"/>
                <a:cs typeface="Aptos Mono"/>
              </a:rPr>
              <a:t>MVP user testing deck | Laos Disaster Alert | 09</a:t>
            </a:r>
          </a:p>
        </p:txBody>
      </p:sp>
    </p:spTree>
    <p:extLst>
      <p:ext uri="{BB962C8B-B14F-4D97-AF65-F5344CB8AC3E}">
        <p14:creationId xmlns:p14="http://schemas.microsoft.com/office/powerpoint/2010/main" val="1970766899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BA829BB-D1A4-4890-A596-E09BF09A6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235B1E-2E96-4A31-A599-843FA55F0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C3162B4-2B86-4FD3-98BB-978054349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0"/>
            <a:ext cx="476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DE2D8D-28B2-4A92-AAE9-852BEBB0F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304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60113A-C071-485F-AB78-2945C4EAC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000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C2626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DC2626"/>
                </a:solidFill>
                <a:latin typeface="Aptos Mono"/>
                <a:ea typeface="Aptos Mono"/>
                <a:cs typeface="Aptos Mono"/>
              </a:rPr>
              <a:t>CLOSE + LIVE DEMO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0DDDF93-2A9A-4657-BD3F-C9EEF9524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80010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5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35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Success is not a sent message. It is the most vulnerable family moving first.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FA0B75-DB64-437D-AE9D-04BAD8314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47900"/>
            <a:ext cx="7239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The MVP is ready for user testing: officers, responders, CSOs, volunteers, and community testers can walk through one disaster scenario and see the full chain of accountability.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D2901EC-D03B-4ACD-B3D1-4EAC4469B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524250"/>
            <a:ext cx="4953000" cy="1752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B4F976-759F-4064-8005-109854896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771900"/>
            <a:ext cx="2476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59E0B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F59E0B"/>
                </a:solidFill>
                <a:latin typeface="Aptos"/>
                <a:ea typeface="Aptos"/>
                <a:cs typeface="Aptos"/>
              </a:rPr>
              <a:t>10-minute run of show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6AA6C9C-EB86-441D-9B05-9585F1978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152900"/>
            <a:ext cx="4000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1. Dashboard and map</a:t>
            </a:r>
          </a:p>
          <a:p xmlns:a="http://schemas.openxmlformats.org/drawingml/2006/main">
            <a:pPr algn="l">
              <a:defRPr sz="127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2. Create flood alert</a:t>
            </a:r>
          </a:p>
          <a:p xmlns:a="http://schemas.openxmlformats.org/drawingml/2006/main">
            <a:pPr algn="l">
              <a:defRPr sz="127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3. AI draft + bilingual edit</a:t>
            </a:r>
          </a:p>
          <a:p xmlns:a="http://schemas.openxmlformats.org/drawingml/2006/main">
            <a:pPr algn="l">
              <a:defRPr sz="127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4. Review, approve, publish</a:t>
            </a:r>
          </a:p>
          <a:p xmlns:a="http://schemas.openxmlformats.org/drawingml/2006/main">
            <a:pPr algn="l">
              <a:defRPr sz="127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5. Delivery logs + volunteer acknowledgment</a:t>
            </a:r>
          </a:p>
          <a:p xmlns:a="http://schemas.openxmlformats.org/drawingml/2006/main">
            <a:pPr algn="l">
              <a:defRPr sz="127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6. Reports and future integrations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C027E9-647B-46D8-986A-F9FB198DB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524250"/>
            <a:ext cx="4210050" cy="1752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C3BE3D1-ED6F-4E13-A3A4-FB56DF223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790950"/>
            <a:ext cx="9334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B8570C7-0C5F-4ECA-BE03-0C7E0C046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838575"/>
            <a:ext cx="7429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Next ask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E740B95-C26B-4EDB-AB90-140D921A6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248150"/>
            <a:ext cx="3143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Test with real responders.</a:t>
            </a:r>
          </a:p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Validate Lao language.</a:t>
            </a:r>
          </a:p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Choose SMS / WhatsApp providers.</a:t>
            </a:r>
          </a:p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Connect official hydromet feeds.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78DB8C6-FE05-44F6-A6BF-BE023B065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495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48B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64748B"/>
                </a:solidFill>
                <a:latin typeface="Aptos Mono"/>
                <a:ea typeface="Aptos Mono"/>
                <a:cs typeface="Aptos Mono"/>
              </a:rPr>
              <a:t>MVP user testing deck | Laos Disaster Alert | 10</a:t>
            </a:r>
          </a:p>
        </p:txBody>
      </p:sp>
    </p:spTree>
    <p:extLst>
      <p:ext uri="{BB962C8B-B14F-4D97-AF65-F5344CB8AC3E}">
        <p14:creationId xmlns:p14="http://schemas.microsoft.com/office/powerpoint/2010/main" val="178851811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2026-06-12T00:14:47.8500000Z</dcterms:created>
  <dcterms:modified xsi:type="dcterms:W3CDTF">2026-06-12T00:14:47.8500000Z</dcterms:modified>
</coreProperties>
</file>